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300" r:id="rId3"/>
    <p:sldId id="301" r:id="rId4"/>
    <p:sldId id="257" r:id="rId5"/>
    <p:sldId id="258" r:id="rId6"/>
    <p:sldId id="259" r:id="rId7"/>
    <p:sldId id="261" r:id="rId8"/>
    <p:sldId id="284" r:id="rId9"/>
    <p:sldId id="285" r:id="rId10"/>
    <p:sldId id="286" r:id="rId11"/>
    <p:sldId id="287" r:id="rId12"/>
    <p:sldId id="288" r:id="rId13"/>
    <p:sldId id="262" r:id="rId14"/>
    <p:sldId id="260" r:id="rId15"/>
    <p:sldId id="268" r:id="rId16"/>
    <p:sldId id="266" r:id="rId17"/>
    <p:sldId id="269" r:id="rId18"/>
    <p:sldId id="274" r:id="rId19"/>
    <p:sldId id="275" r:id="rId20"/>
    <p:sldId id="276" r:id="rId21"/>
    <p:sldId id="278" r:id="rId22"/>
    <p:sldId id="277" r:id="rId23"/>
    <p:sldId id="289" r:id="rId24"/>
    <p:sldId id="279" r:id="rId25"/>
    <p:sldId id="291" r:id="rId26"/>
    <p:sldId id="292" r:id="rId27"/>
    <p:sldId id="280" r:id="rId28"/>
    <p:sldId id="293" r:id="rId29"/>
    <p:sldId id="294" r:id="rId30"/>
    <p:sldId id="281" r:id="rId31"/>
    <p:sldId id="295" r:id="rId32"/>
    <p:sldId id="282" r:id="rId33"/>
    <p:sldId id="296" r:id="rId34"/>
    <p:sldId id="283" r:id="rId35"/>
    <p:sldId id="297" r:id="rId36"/>
    <p:sldId id="298"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0487B8-E82D-4782-9648-D1D3896254DA}" v="149" dt="2026-06-09T08:46:28.377"/>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dhu Jadhav" userId="aefe851164177edf" providerId="LiveId" clId="{D542CEFB-DE8F-464A-9F9B-A6935E9E0BDD}"/>
    <pc:docChg chg="undo custSel addSld delSld modSld sldOrd">
      <pc:chgData name="Sindhu Jadhav" userId="aefe851164177edf" providerId="LiveId" clId="{D542CEFB-DE8F-464A-9F9B-A6935E9E0BDD}" dt="2026-06-09T08:46:53.469" v="5660" actId="27636"/>
      <pc:docMkLst>
        <pc:docMk/>
      </pc:docMkLst>
      <pc:sldChg chg="modSp new mod">
        <pc:chgData name="Sindhu Jadhav" userId="aefe851164177edf" providerId="LiveId" clId="{D542CEFB-DE8F-464A-9F9B-A6935E9E0BDD}" dt="2026-06-09T07:46:57.980" v="5311"/>
        <pc:sldMkLst>
          <pc:docMk/>
          <pc:sldMk cId="3939538360" sldId="256"/>
        </pc:sldMkLst>
        <pc:spChg chg="mod">
          <ac:chgData name="Sindhu Jadhav" userId="aefe851164177edf" providerId="LiveId" clId="{D542CEFB-DE8F-464A-9F9B-A6935E9E0BDD}" dt="2026-06-09T07:46:54.859" v="5310" actId="113"/>
          <ac:spMkLst>
            <pc:docMk/>
            <pc:sldMk cId="3939538360" sldId="256"/>
            <ac:spMk id="2" creationId="{1E03AF61-23D9-5D1E-C74A-63C4C1B0131C}"/>
          </ac:spMkLst>
        </pc:spChg>
        <pc:spChg chg="mod">
          <ac:chgData name="Sindhu Jadhav" userId="aefe851164177edf" providerId="LiveId" clId="{D542CEFB-DE8F-464A-9F9B-A6935E9E0BDD}" dt="2026-06-09T07:46:57.980" v="5311"/>
          <ac:spMkLst>
            <pc:docMk/>
            <pc:sldMk cId="3939538360" sldId="256"/>
            <ac:spMk id="3" creationId="{B85CC0E3-8D61-D44D-D2A6-73BBD157B913}"/>
          </ac:spMkLst>
        </pc:spChg>
      </pc:sldChg>
      <pc:sldChg chg="modSp new mod">
        <pc:chgData name="Sindhu Jadhav" userId="aefe851164177edf" providerId="LiveId" clId="{D542CEFB-DE8F-464A-9F9B-A6935E9E0BDD}" dt="2026-06-09T07:37:57.941" v="5295" actId="113"/>
        <pc:sldMkLst>
          <pc:docMk/>
          <pc:sldMk cId="1168375459" sldId="257"/>
        </pc:sldMkLst>
        <pc:spChg chg="mod">
          <ac:chgData name="Sindhu Jadhav" userId="aefe851164177edf" providerId="LiveId" clId="{D542CEFB-DE8F-464A-9F9B-A6935E9E0BDD}" dt="2026-06-09T07:37:57.941" v="5295" actId="113"/>
          <ac:spMkLst>
            <pc:docMk/>
            <pc:sldMk cId="1168375459" sldId="257"/>
            <ac:spMk id="2" creationId="{C8DD62EE-A6D9-0D58-DD96-13F348E2D27A}"/>
          </ac:spMkLst>
        </pc:spChg>
        <pc:spChg chg="mod">
          <ac:chgData name="Sindhu Jadhav" userId="aefe851164177edf" providerId="LiveId" clId="{D542CEFB-DE8F-464A-9F9B-A6935E9E0BDD}" dt="2026-06-09T07:37:44.727" v="5292"/>
          <ac:spMkLst>
            <pc:docMk/>
            <pc:sldMk cId="1168375459" sldId="257"/>
            <ac:spMk id="3" creationId="{8CBAE764-1636-2B6D-01DB-EDBFFF7E8859}"/>
          </ac:spMkLst>
        </pc:spChg>
      </pc:sldChg>
      <pc:sldChg chg="delSp modSp new mod setBg modClrScheme chgLayout">
        <pc:chgData name="Sindhu Jadhav" userId="aefe851164177edf" providerId="LiveId" clId="{D542CEFB-DE8F-464A-9F9B-A6935E9E0BDD}" dt="2026-06-09T03:56:26.026" v="2472"/>
        <pc:sldMkLst>
          <pc:docMk/>
          <pc:sldMk cId="726848314" sldId="258"/>
        </pc:sldMkLst>
        <pc:spChg chg="del mod ord">
          <ac:chgData name="Sindhu Jadhav" userId="aefe851164177edf" providerId="LiveId" clId="{D542CEFB-DE8F-464A-9F9B-A6935E9E0BDD}" dt="2026-06-09T03:55:35.952" v="2423" actId="478"/>
          <ac:spMkLst>
            <pc:docMk/>
            <pc:sldMk cId="726848314" sldId="258"/>
            <ac:spMk id="2" creationId="{86BEF7D7-6919-4DE5-7A1E-48780045BE28}"/>
          </ac:spMkLst>
        </pc:spChg>
        <pc:spChg chg="del mod">
          <ac:chgData name="Sindhu Jadhav" userId="aefe851164177edf" providerId="LiveId" clId="{D542CEFB-DE8F-464A-9F9B-A6935E9E0BDD}" dt="2026-06-09T03:55:31.523" v="2422" actId="700"/>
          <ac:spMkLst>
            <pc:docMk/>
            <pc:sldMk cId="726848314" sldId="258"/>
            <ac:spMk id="3" creationId="{72593F73-C41E-AECA-8FB4-1E6B20085A6B}"/>
          </ac:spMkLst>
        </pc:spChg>
      </pc:sldChg>
      <pc:sldChg chg="modSp new mod">
        <pc:chgData name="Sindhu Jadhav" userId="aefe851164177edf" providerId="LiveId" clId="{D542CEFB-DE8F-464A-9F9B-A6935E9E0BDD}" dt="2026-06-09T07:37:44.727" v="5292"/>
        <pc:sldMkLst>
          <pc:docMk/>
          <pc:sldMk cId="2847585173" sldId="259"/>
        </pc:sldMkLst>
        <pc:spChg chg="mod">
          <ac:chgData name="Sindhu Jadhav" userId="aefe851164177edf" providerId="LiveId" clId="{D542CEFB-DE8F-464A-9F9B-A6935E9E0BDD}" dt="2026-06-09T07:37:44.727" v="5292"/>
          <ac:spMkLst>
            <pc:docMk/>
            <pc:sldMk cId="2847585173" sldId="259"/>
            <ac:spMk id="2" creationId="{99395AFB-B3F7-94FE-6AE6-FBADF22A966E}"/>
          </ac:spMkLst>
        </pc:spChg>
        <pc:spChg chg="mod">
          <ac:chgData name="Sindhu Jadhav" userId="aefe851164177edf" providerId="LiveId" clId="{D542CEFB-DE8F-464A-9F9B-A6935E9E0BDD}" dt="2026-06-09T07:37:44.727" v="5292"/>
          <ac:spMkLst>
            <pc:docMk/>
            <pc:sldMk cId="2847585173" sldId="259"/>
            <ac:spMk id="3" creationId="{FAD4005A-8E4B-8FEF-DDF5-FD3876305DAE}"/>
          </ac:spMkLst>
        </pc:spChg>
      </pc:sldChg>
      <pc:sldChg chg="modSp new mod">
        <pc:chgData name="Sindhu Jadhav" userId="aefe851164177edf" providerId="LiveId" clId="{D542CEFB-DE8F-464A-9F9B-A6935E9E0BDD}" dt="2026-06-09T07:37:44.727" v="5292"/>
        <pc:sldMkLst>
          <pc:docMk/>
          <pc:sldMk cId="3813637780" sldId="260"/>
        </pc:sldMkLst>
        <pc:spChg chg="mod">
          <ac:chgData name="Sindhu Jadhav" userId="aefe851164177edf" providerId="LiveId" clId="{D542CEFB-DE8F-464A-9F9B-A6935E9E0BDD}" dt="2026-06-09T07:37:44.727" v="5292"/>
          <ac:spMkLst>
            <pc:docMk/>
            <pc:sldMk cId="3813637780" sldId="260"/>
            <ac:spMk id="2" creationId="{9CA613B4-A8F2-CAE8-1977-EF20D259F376}"/>
          </ac:spMkLst>
        </pc:spChg>
        <pc:spChg chg="mod">
          <ac:chgData name="Sindhu Jadhav" userId="aefe851164177edf" providerId="LiveId" clId="{D542CEFB-DE8F-464A-9F9B-A6935E9E0BDD}" dt="2026-06-09T07:37:44.727" v="5292"/>
          <ac:spMkLst>
            <pc:docMk/>
            <pc:sldMk cId="3813637780" sldId="260"/>
            <ac:spMk id="3" creationId="{2BE7A464-A6E2-3280-C1A6-7CC5B02804FF}"/>
          </ac:spMkLst>
        </pc:spChg>
      </pc:sldChg>
      <pc:sldChg chg="addSp modSp add mod modClrScheme chgLayout">
        <pc:chgData name="Sindhu Jadhav" userId="aefe851164177edf" providerId="LiveId" clId="{D542CEFB-DE8F-464A-9F9B-A6935E9E0BDD}" dt="2026-06-09T07:38:04.617" v="5298"/>
        <pc:sldMkLst>
          <pc:docMk/>
          <pc:sldMk cId="3650497029" sldId="261"/>
        </pc:sldMkLst>
        <pc:spChg chg="mod ord">
          <ac:chgData name="Sindhu Jadhav" userId="aefe851164177edf" providerId="LiveId" clId="{D542CEFB-DE8F-464A-9F9B-A6935E9E0BDD}" dt="2026-06-09T07:38:04.617" v="5298"/>
          <ac:spMkLst>
            <pc:docMk/>
            <pc:sldMk cId="3650497029" sldId="261"/>
            <ac:spMk id="2" creationId="{BB0B6C53-0DFF-741B-3178-4F81071580B5}"/>
          </ac:spMkLst>
        </pc:spChg>
        <pc:spChg chg="mod ord">
          <ac:chgData name="Sindhu Jadhav" userId="aefe851164177edf" providerId="LiveId" clId="{D542CEFB-DE8F-464A-9F9B-A6935E9E0BDD}" dt="2026-06-09T07:37:44.727" v="5292"/>
          <ac:spMkLst>
            <pc:docMk/>
            <pc:sldMk cId="3650497029" sldId="261"/>
            <ac:spMk id="3" creationId="{F0AF581A-F22D-AABA-63BE-F3FC9FF80CD9}"/>
          </ac:spMkLst>
        </pc:spChg>
        <pc:spChg chg="add mod ord">
          <ac:chgData name="Sindhu Jadhav" userId="aefe851164177edf" providerId="LiveId" clId="{D542CEFB-DE8F-464A-9F9B-A6935E9E0BDD}" dt="2026-06-09T07:37:44.727" v="5292"/>
          <ac:spMkLst>
            <pc:docMk/>
            <pc:sldMk cId="3650497029" sldId="261"/>
            <ac:spMk id="4" creationId="{D5F7DFF5-410C-37D7-2E08-8AE69125904F}"/>
          </ac:spMkLst>
        </pc:spChg>
      </pc:sldChg>
      <pc:sldChg chg="addSp delSp modSp new mod setBg modClrScheme chgLayout">
        <pc:chgData name="Sindhu Jadhav" userId="aefe851164177edf" providerId="LiveId" clId="{D542CEFB-DE8F-464A-9F9B-A6935E9E0BDD}" dt="2026-06-07T03:06:29.627" v="1033" actId="700"/>
        <pc:sldMkLst>
          <pc:docMk/>
          <pc:sldMk cId="777528517" sldId="262"/>
        </pc:sldMkLst>
      </pc:sldChg>
      <pc:sldChg chg="addSp modSp new mod">
        <pc:chgData name="Sindhu Jadhav" userId="aefe851164177edf" providerId="LiveId" clId="{D542CEFB-DE8F-464A-9F9B-A6935E9E0BDD}" dt="2026-06-09T07:37:44.727" v="5292"/>
        <pc:sldMkLst>
          <pc:docMk/>
          <pc:sldMk cId="7363700" sldId="266"/>
        </pc:sldMkLst>
        <pc:spChg chg="mod">
          <ac:chgData name="Sindhu Jadhav" userId="aefe851164177edf" providerId="LiveId" clId="{D542CEFB-DE8F-464A-9F9B-A6935E9E0BDD}" dt="2026-06-09T07:37:44.727" v="5292"/>
          <ac:spMkLst>
            <pc:docMk/>
            <pc:sldMk cId="7363700" sldId="266"/>
            <ac:spMk id="2" creationId="{CB7F550F-5E24-A592-3EC3-88BDBEF50525}"/>
          </ac:spMkLst>
        </pc:spChg>
        <pc:spChg chg="mod">
          <ac:chgData name="Sindhu Jadhav" userId="aefe851164177edf" providerId="LiveId" clId="{D542CEFB-DE8F-464A-9F9B-A6935E9E0BDD}" dt="2026-06-09T07:37:44.727" v="5292"/>
          <ac:spMkLst>
            <pc:docMk/>
            <pc:sldMk cId="7363700" sldId="266"/>
            <ac:spMk id="3" creationId="{93813181-6AF6-6A10-1527-79F2B4B6C000}"/>
          </ac:spMkLst>
        </pc:spChg>
        <pc:picChg chg="add">
          <ac:chgData name="Sindhu Jadhav" userId="aefe851164177edf" providerId="LiveId" clId="{D542CEFB-DE8F-464A-9F9B-A6935E9E0BDD}" dt="2026-06-07T03:46:15.205" v="1604" actId="22"/>
          <ac:picMkLst>
            <pc:docMk/>
            <pc:sldMk cId="7363700" sldId="266"/>
            <ac:picMk id="5" creationId="{34EEA1F3-E453-5CC0-D214-6915AC5559D6}"/>
          </ac:picMkLst>
        </pc:picChg>
      </pc:sldChg>
      <pc:sldChg chg="addSp delSp modSp add mod">
        <pc:chgData name="Sindhu Jadhav" userId="aefe851164177edf" providerId="LiveId" clId="{D542CEFB-DE8F-464A-9F9B-A6935E9E0BDD}" dt="2026-06-09T07:38:27.772" v="5303" actId="5793"/>
        <pc:sldMkLst>
          <pc:docMk/>
          <pc:sldMk cId="2435392907" sldId="268"/>
        </pc:sldMkLst>
        <pc:spChg chg="mod">
          <ac:chgData name="Sindhu Jadhav" userId="aefe851164177edf" providerId="LiveId" clId="{D542CEFB-DE8F-464A-9F9B-A6935E9E0BDD}" dt="2026-06-09T07:38:20.734" v="5300" actId="122"/>
          <ac:spMkLst>
            <pc:docMk/>
            <pc:sldMk cId="2435392907" sldId="268"/>
            <ac:spMk id="2" creationId="{131C5E54-659E-2707-67F2-5FFC4319A304}"/>
          </ac:spMkLst>
        </pc:spChg>
        <pc:spChg chg="mod">
          <ac:chgData name="Sindhu Jadhav" userId="aefe851164177edf" providerId="LiveId" clId="{D542CEFB-DE8F-464A-9F9B-A6935E9E0BDD}" dt="2026-06-09T07:38:27.772" v="5303" actId="5793"/>
          <ac:spMkLst>
            <pc:docMk/>
            <pc:sldMk cId="2435392907" sldId="268"/>
            <ac:spMk id="3" creationId="{6E7A6752-1280-46C6-3D37-51716EFBDD2A}"/>
          </ac:spMkLst>
        </pc:spChg>
      </pc:sldChg>
      <pc:sldChg chg="modSp new mod">
        <pc:chgData name="Sindhu Jadhav" userId="aefe851164177edf" providerId="LiveId" clId="{D542CEFB-DE8F-464A-9F9B-A6935E9E0BDD}" dt="2026-06-09T07:37:44.727" v="5292"/>
        <pc:sldMkLst>
          <pc:docMk/>
          <pc:sldMk cId="2831286162" sldId="269"/>
        </pc:sldMkLst>
        <pc:spChg chg="mod">
          <ac:chgData name="Sindhu Jadhav" userId="aefe851164177edf" providerId="LiveId" clId="{D542CEFB-DE8F-464A-9F9B-A6935E9E0BDD}" dt="2026-06-09T07:37:44.727" v="5292"/>
          <ac:spMkLst>
            <pc:docMk/>
            <pc:sldMk cId="2831286162" sldId="269"/>
            <ac:spMk id="2" creationId="{41ADEA9B-1006-133E-ADDA-2D5F547E8122}"/>
          </ac:spMkLst>
        </pc:spChg>
        <pc:spChg chg="mod">
          <ac:chgData name="Sindhu Jadhav" userId="aefe851164177edf" providerId="LiveId" clId="{D542CEFB-DE8F-464A-9F9B-A6935E9E0BDD}" dt="2026-06-09T07:37:44.727" v="5292"/>
          <ac:spMkLst>
            <pc:docMk/>
            <pc:sldMk cId="2831286162" sldId="269"/>
            <ac:spMk id="3" creationId="{099894FA-F266-646F-2510-BF935BFE8A67}"/>
          </ac:spMkLst>
        </pc:spChg>
      </pc:sldChg>
      <pc:sldChg chg="modSp new del mod">
        <pc:chgData name="Sindhu Jadhav" userId="aefe851164177edf" providerId="LiveId" clId="{D542CEFB-DE8F-464A-9F9B-A6935E9E0BDD}" dt="2026-06-09T06:40:42.764" v="4206" actId="47"/>
        <pc:sldMkLst>
          <pc:docMk/>
          <pc:sldMk cId="583323838" sldId="270"/>
        </pc:sldMkLst>
      </pc:sldChg>
      <pc:sldChg chg="modSp new del mod">
        <pc:chgData name="Sindhu Jadhav" userId="aefe851164177edf" providerId="LiveId" clId="{D542CEFB-DE8F-464A-9F9B-A6935E9E0BDD}" dt="2026-06-09T03:58:40.892" v="2478" actId="47"/>
        <pc:sldMkLst>
          <pc:docMk/>
          <pc:sldMk cId="1925787483" sldId="271"/>
        </pc:sldMkLst>
      </pc:sldChg>
      <pc:sldChg chg="modSp del">
        <pc:chgData name="Sindhu Jadhav" userId="aefe851164177edf" providerId="LiveId" clId="{D542CEFB-DE8F-464A-9F9B-A6935E9E0BDD}" dt="2026-06-09T07:36:34.167" v="5289" actId="47"/>
        <pc:sldMkLst>
          <pc:docMk/>
          <pc:sldMk cId="504331654" sldId="272"/>
        </pc:sldMkLst>
        <pc:spChg chg="mod">
          <ac:chgData name="Sindhu Jadhav" userId="aefe851164177edf" providerId="LiveId" clId="{D542CEFB-DE8F-464A-9F9B-A6935E9E0BDD}" dt="2026-06-09T07:36:11.694" v="5288"/>
          <ac:spMkLst>
            <pc:docMk/>
            <pc:sldMk cId="504331654" sldId="272"/>
            <ac:spMk id="5" creationId="{AC4CE005-873A-E60B-28CB-6B1CA81F6AA6}"/>
          </ac:spMkLst>
        </pc:spChg>
        <pc:spChg chg="mod">
          <ac:chgData name="Sindhu Jadhav" userId="aefe851164177edf" providerId="LiveId" clId="{D542CEFB-DE8F-464A-9F9B-A6935E9E0BDD}" dt="2026-06-09T07:36:11.694" v="5288"/>
          <ac:spMkLst>
            <pc:docMk/>
            <pc:sldMk cId="504331654" sldId="272"/>
            <ac:spMk id="6" creationId="{783EF4B2-A655-86B5-3454-3D0B4C385AD0}"/>
          </ac:spMkLst>
        </pc:spChg>
      </pc:sldChg>
      <pc:sldChg chg="new del">
        <pc:chgData name="Sindhu Jadhav" userId="aefe851164177edf" providerId="LiveId" clId="{D542CEFB-DE8F-464A-9F9B-A6935E9E0BDD}" dt="2026-06-09T03:58:48.603" v="2479" actId="47"/>
        <pc:sldMkLst>
          <pc:docMk/>
          <pc:sldMk cId="1767001496" sldId="273"/>
        </pc:sldMkLst>
      </pc:sldChg>
      <pc:sldChg chg="modSp add mod setBg">
        <pc:chgData name="Sindhu Jadhav" userId="aefe851164177edf" providerId="LiveId" clId="{D542CEFB-DE8F-464A-9F9B-A6935E9E0BDD}" dt="2026-06-09T03:59:02.539" v="2480" actId="14100"/>
        <pc:sldMkLst>
          <pc:docMk/>
          <pc:sldMk cId="923388179" sldId="274"/>
        </pc:sldMkLst>
        <pc:spChg chg="mod">
          <ac:chgData name="Sindhu Jadhav" userId="aefe851164177edf" providerId="LiveId" clId="{D542CEFB-DE8F-464A-9F9B-A6935E9E0BDD}" dt="2026-06-09T03:59:02.539" v="2480" actId="14100"/>
          <ac:spMkLst>
            <pc:docMk/>
            <pc:sldMk cId="923388179" sldId="274"/>
            <ac:spMk id="36" creationId="{DBF651C1-CD72-A7A8-AF86-B0CA406E131F}"/>
          </ac:spMkLst>
        </pc:spChg>
        <pc:spChg chg="mod">
          <ac:chgData name="Sindhu Jadhav" userId="aefe851164177edf" providerId="LiveId" clId="{D542CEFB-DE8F-464A-9F9B-A6935E9E0BDD}" dt="2026-06-08T23:43:47.923" v="2418" actId="123"/>
          <ac:spMkLst>
            <pc:docMk/>
            <pc:sldMk cId="923388179" sldId="274"/>
            <ac:spMk id="39" creationId="{A47A10B8-2C69-0973-7843-89C0525B8CA9}"/>
          </ac:spMkLst>
        </pc:spChg>
      </pc:sldChg>
      <pc:sldChg chg="addSp delSp modSp new mod modClrScheme chgLayout">
        <pc:chgData name="Sindhu Jadhav" userId="aefe851164177edf" providerId="LiveId" clId="{D542CEFB-DE8F-464A-9F9B-A6935E9E0BDD}" dt="2026-06-09T04:20:25.052" v="3338" actId="255"/>
        <pc:sldMkLst>
          <pc:docMk/>
          <pc:sldMk cId="1469271087" sldId="275"/>
        </pc:sldMkLst>
        <pc:spChg chg="add mod ord">
          <ac:chgData name="Sindhu Jadhav" userId="aefe851164177edf" providerId="LiveId" clId="{D542CEFB-DE8F-464A-9F9B-A6935E9E0BDD}" dt="2026-06-09T04:19:54.918" v="3311" actId="255"/>
          <ac:spMkLst>
            <pc:docMk/>
            <pc:sldMk cId="1469271087" sldId="275"/>
            <ac:spMk id="6" creationId="{10EA6921-17DC-B020-73D9-799C8077645B}"/>
          </ac:spMkLst>
        </pc:spChg>
        <pc:spChg chg="add del mod ord">
          <ac:chgData name="Sindhu Jadhav" userId="aefe851164177edf" providerId="LiveId" clId="{D542CEFB-DE8F-464A-9F9B-A6935E9E0BDD}" dt="2026-06-09T04:02:22.402" v="2502" actId="478"/>
          <ac:spMkLst>
            <pc:docMk/>
            <pc:sldMk cId="1469271087" sldId="275"/>
            <ac:spMk id="7" creationId="{92AD8C7C-DB50-DE59-C539-A6DA39E30A0F}"/>
          </ac:spMkLst>
        </pc:spChg>
        <pc:spChg chg="add del mod ord">
          <ac:chgData name="Sindhu Jadhav" userId="aefe851164177edf" providerId="LiveId" clId="{D542CEFB-DE8F-464A-9F9B-A6935E9E0BDD}" dt="2026-06-09T04:07:04.572" v="2618" actId="478"/>
          <ac:spMkLst>
            <pc:docMk/>
            <pc:sldMk cId="1469271087" sldId="275"/>
            <ac:spMk id="8" creationId="{202F466F-C479-9F8E-DC89-2001D74E0DF3}"/>
          </ac:spMkLst>
        </pc:spChg>
        <pc:spChg chg="add mod">
          <ac:chgData name="Sindhu Jadhav" userId="aefe851164177edf" providerId="LiveId" clId="{D542CEFB-DE8F-464A-9F9B-A6935E9E0BDD}" dt="2026-06-09T04:20:19.306" v="3337" actId="1036"/>
          <ac:spMkLst>
            <pc:docMk/>
            <pc:sldMk cId="1469271087" sldId="275"/>
            <ac:spMk id="11" creationId="{63681D6C-DB8F-B4C2-2A6A-94C4A64A35D8}"/>
          </ac:spMkLst>
        </pc:spChg>
        <pc:spChg chg="add mod">
          <ac:chgData name="Sindhu Jadhav" userId="aefe851164177edf" providerId="LiveId" clId="{D542CEFB-DE8F-464A-9F9B-A6935E9E0BDD}" dt="2026-06-09T04:20:25.052" v="3338" actId="255"/>
          <ac:spMkLst>
            <pc:docMk/>
            <pc:sldMk cId="1469271087" sldId="275"/>
            <ac:spMk id="12" creationId="{0B8BEF14-0922-CF62-F4FA-9D1735645C1E}"/>
          </ac:spMkLst>
        </pc:spChg>
        <pc:picChg chg="add mod">
          <ac:chgData name="Sindhu Jadhav" userId="aefe851164177edf" providerId="LiveId" clId="{D542CEFB-DE8F-464A-9F9B-A6935E9E0BDD}" dt="2026-06-09T04:00:36.471" v="2485" actId="1076"/>
          <ac:picMkLst>
            <pc:docMk/>
            <pc:sldMk cId="1469271087" sldId="275"/>
            <ac:picMk id="2" creationId="{1818A3B3-2D04-3B2A-0866-39AC268C4FA1}"/>
          </ac:picMkLst>
        </pc:picChg>
        <pc:picChg chg="add mod">
          <ac:chgData name="Sindhu Jadhav" userId="aefe851164177edf" providerId="LiveId" clId="{D542CEFB-DE8F-464A-9F9B-A6935E9E0BDD}" dt="2026-06-09T04:00:34.030" v="2484"/>
          <ac:picMkLst>
            <pc:docMk/>
            <pc:sldMk cId="1469271087" sldId="275"/>
            <ac:picMk id="3" creationId="{1CB32D36-60A7-80B9-BB7D-8505D49D3E17}"/>
          </ac:picMkLst>
        </pc:picChg>
        <pc:picChg chg="add mod">
          <ac:chgData name="Sindhu Jadhav" userId="aefe851164177edf" providerId="LiveId" clId="{D542CEFB-DE8F-464A-9F9B-A6935E9E0BDD}" dt="2026-06-09T04:14:18.436" v="3154" actId="1076"/>
          <ac:picMkLst>
            <pc:docMk/>
            <pc:sldMk cId="1469271087" sldId="275"/>
            <ac:picMk id="5" creationId="{1CD9EBF2-B818-595B-51A7-193DBD041B10}"/>
          </ac:picMkLst>
        </pc:picChg>
        <pc:picChg chg="add mod">
          <ac:chgData name="Sindhu Jadhav" userId="aefe851164177edf" providerId="LiveId" clId="{D542CEFB-DE8F-464A-9F9B-A6935E9E0BDD}" dt="2026-06-09T04:14:28.069" v="3156" actId="1076"/>
          <ac:picMkLst>
            <pc:docMk/>
            <pc:sldMk cId="1469271087" sldId="275"/>
            <ac:picMk id="10" creationId="{FA015698-1469-BA73-759C-75AD6491C208}"/>
          </ac:picMkLst>
        </pc:picChg>
      </pc:sldChg>
      <pc:sldChg chg="new del">
        <pc:chgData name="Sindhu Jadhav" userId="aefe851164177edf" providerId="LiveId" clId="{D542CEFB-DE8F-464A-9F9B-A6935E9E0BDD}" dt="2026-06-09T03:58:32.661" v="2477" actId="2696"/>
        <pc:sldMkLst>
          <pc:docMk/>
          <pc:sldMk cId="4022573127" sldId="275"/>
        </pc:sldMkLst>
      </pc:sldChg>
      <pc:sldChg chg="addSp modSp new mod">
        <pc:chgData name="Sindhu Jadhav" userId="aefe851164177edf" providerId="LiveId" clId="{D542CEFB-DE8F-464A-9F9B-A6935E9E0BDD}" dt="2026-06-09T04:28:59.148" v="3807" actId="27636"/>
        <pc:sldMkLst>
          <pc:docMk/>
          <pc:sldMk cId="3877725740" sldId="276"/>
        </pc:sldMkLst>
        <pc:spChg chg="add mod">
          <ac:chgData name="Sindhu Jadhav" userId="aefe851164177edf" providerId="LiveId" clId="{D542CEFB-DE8F-464A-9F9B-A6935E9E0BDD}" dt="2026-06-09T04:17:09.898" v="3268" actId="20577"/>
          <ac:spMkLst>
            <pc:docMk/>
            <pc:sldMk cId="3877725740" sldId="276"/>
            <ac:spMk id="4" creationId="{40CDC9F9-E70B-D49F-90F3-3C69249AD0DE}"/>
          </ac:spMkLst>
        </pc:spChg>
        <pc:spChg chg="add mod">
          <ac:chgData name="Sindhu Jadhav" userId="aefe851164177edf" providerId="LiveId" clId="{D542CEFB-DE8F-464A-9F9B-A6935E9E0BDD}" dt="2026-06-09T04:24:41.193" v="3521" actId="2710"/>
          <ac:spMkLst>
            <pc:docMk/>
            <pc:sldMk cId="3877725740" sldId="276"/>
            <ac:spMk id="6" creationId="{AC397ABE-D783-F640-6E0E-BD52095F6B04}"/>
          </ac:spMkLst>
        </pc:spChg>
        <pc:spChg chg="add mod">
          <ac:chgData name="Sindhu Jadhav" userId="aefe851164177edf" providerId="LiveId" clId="{D542CEFB-DE8F-464A-9F9B-A6935E9E0BDD}" dt="2026-06-09T04:28:59.148" v="3807" actId="27636"/>
          <ac:spMkLst>
            <pc:docMk/>
            <pc:sldMk cId="3877725740" sldId="276"/>
            <ac:spMk id="7" creationId="{6B61AC80-74DF-9F43-0E96-1CFE1FB72178}"/>
          </ac:spMkLst>
        </pc:spChg>
        <pc:picChg chg="add mod">
          <ac:chgData name="Sindhu Jadhav" userId="aefe851164177edf" providerId="LiveId" clId="{D542CEFB-DE8F-464A-9F9B-A6935E9E0BDD}" dt="2026-06-09T04:15:08.094" v="3165" actId="14100"/>
          <ac:picMkLst>
            <pc:docMk/>
            <pc:sldMk cId="3877725740" sldId="276"/>
            <ac:picMk id="3" creationId="{A8603AD9-3272-56EC-83FB-A0077C376CC4}"/>
          </ac:picMkLst>
        </pc:picChg>
        <pc:picChg chg="add mod">
          <ac:chgData name="Sindhu Jadhav" userId="aefe851164177edf" providerId="LiveId" clId="{D542CEFB-DE8F-464A-9F9B-A6935E9E0BDD}" dt="2026-06-09T04:16:58.241" v="3251" actId="1076"/>
          <ac:picMkLst>
            <pc:docMk/>
            <pc:sldMk cId="3877725740" sldId="276"/>
            <ac:picMk id="5" creationId="{2FF11C3D-E4F7-697D-FB17-BE72DD303B19}"/>
          </ac:picMkLst>
        </pc:picChg>
      </pc:sldChg>
      <pc:sldChg chg="addSp delSp modSp new mod modClrScheme chgLayout">
        <pc:chgData name="Sindhu Jadhav" userId="aefe851164177edf" providerId="LiveId" clId="{D542CEFB-DE8F-464A-9F9B-A6935E9E0BDD}" dt="2026-06-09T07:37:44.727" v="5292"/>
        <pc:sldMkLst>
          <pc:docMk/>
          <pc:sldMk cId="3450096522" sldId="277"/>
        </pc:sldMkLst>
        <pc:spChg chg="add mod">
          <ac:chgData name="Sindhu Jadhav" userId="aefe851164177edf" providerId="LiveId" clId="{D542CEFB-DE8F-464A-9F9B-A6935E9E0BDD}" dt="2026-06-09T07:37:44.727" v="5292"/>
          <ac:spMkLst>
            <pc:docMk/>
            <pc:sldMk cId="3450096522" sldId="277"/>
            <ac:spMk id="2" creationId="{946BEED3-C6C9-EC72-7601-6607670AA365}"/>
          </ac:spMkLst>
        </pc:spChg>
        <pc:spChg chg="add del mod">
          <ac:chgData name="Sindhu Jadhav" userId="aefe851164177edf" providerId="LiveId" clId="{D542CEFB-DE8F-464A-9F9B-A6935E9E0BDD}" dt="2026-06-09T06:58:01.266" v="4276" actId="21"/>
          <ac:spMkLst>
            <pc:docMk/>
            <pc:sldMk cId="3450096522" sldId="277"/>
            <ac:spMk id="3" creationId="{5BEB672F-0F02-59E7-83CE-942CBD6D2734}"/>
          </ac:spMkLst>
        </pc:spChg>
        <pc:spChg chg="add del mod">
          <ac:chgData name="Sindhu Jadhav" userId="aefe851164177edf" providerId="LiveId" clId="{D542CEFB-DE8F-464A-9F9B-A6935E9E0BDD}" dt="2026-06-09T06:44:55.510" v="4246" actId="478"/>
          <ac:spMkLst>
            <pc:docMk/>
            <pc:sldMk cId="3450096522" sldId="277"/>
            <ac:spMk id="4" creationId="{11E2F40F-13F6-F509-4BCA-FACAA172F0D3}"/>
          </ac:spMkLst>
        </pc:spChg>
        <pc:spChg chg="add del mod">
          <ac:chgData name="Sindhu Jadhav" userId="aefe851164177edf" providerId="LiveId" clId="{D542CEFB-DE8F-464A-9F9B-A6935E9E0BDD}" dt="2026-06-09T07:09:04.829" v="4802" actId="478"/>
          <ac:spMkLst>
            <pc:docMk/>
            <pc:sldMk cId="3450096522" sldId="277"/>
            <ac:spMk id="10" creationId="{6F8E33D5-B13B-69BC-AD13-F0F89251A1A3}"/>
          </ac:spMkLst>
        </pc:spChg>
        <pc:picChg chg="add del mod">
          <ac:chgData name="Sindhu Jadhav" userId="aefe851164177edf" providerId="LiveId" clId="{D542CEFB-DE8F-464A-9F9B-A6935E9E0BDD}" dt="2026-06-09T04:27:41.761" v="3784" actId="21"/>
          <ac:picMkLst>
            <pc:docMk/>
            <pc:sldMk cId="3450096522" sldId="277"/>
            <ac:picMk id="3" creationId="{8514A72B-3F01-9B4C-E0B4-7872B32C0F37}"/>
          </ac:picMkLst>
        </pc:picChg>
        <pc:picChg chg="add del">
          <ac:chgData name="Sindhu Jadhav" userId="aefe851164177edf" providerId="LiveId" clId="{D542CEFB-DE8F-464A-9F9B-A6935E9E0BDD}" dt="2026-06-09T06:43:46.808" v="4234" actId="478"/>
          <ac:picMkLst>
            <pc:docMk/>
            <pc:sldMk cId="3450096522" sldId="277"/>
            <ac:picMk id="6" creationId="{D825FE4D-5893-397A-0E68-293B98A70980}"/>
          </ac:picMkLst>
        </pc:picChg>
        <pc:picChg chg="add del mod ord modCrop">
          <ac:chgData name="Sindhu Jadhav" userId="aefe851164177edf" providerId="LiveId" clId="{D542CEFB-DE8F-464A-9F9B-A6935E9E0BDD}" dt="2026-06-09T07:07:28.313" v="4799" actId="478"/>
          <ac:picMkLst>
            <pc:docMk/>
            <pc:sldMk cId="3450096522" sldId="277"/>
            <ac:picMk id="8" creationId="{19340737-A5FE-2025-AC22-59289D891724}"/>
          </ac:picMkLst>
        </pc:picChg>
        <pc:picChg chg="add mod ord">
          <ac:chgData name="Sindhu Jadhav" userId="aefe851164177edf" providerId="LiveId" clId="{D542CEFB-DE8F-464A-9F9B-A6935E9E0BDD}" dt="2026-06-09T07:09:07.431" v="4803" actId="1076"/>
          <ac:picMkLst>
            <pc:docMk/>
            <pc:sldMk cId="3450096522" sldId="277"/>
            <ac:picMk id="12" creationId="{F7226EB8-1067-A87F-08DD-E02423A734CC}"/>
          </ac:picMkLst>
        </pc:picChg>
      </pc:sldChg>
      <pc:sldChg chg="addSp delSp modSp add mod">
        <pc:chgData name="Sindhu Jadhav" userId="aefe851164177edf" providerId="LiveId" clId="{D542CEFB-DE8F-464A-9F9B-A6935E9E0BDD}" dt="2026-06-09T04:37:30.063" v="4107" actId="1076"/>
        <pc:sldMkLst>
          <pc:docMk/>
          <pc:sldMk cId="108960162" sldId="278"/>
        </pc:sldMkLst>
        <pc:spChg chg="add del mod">
          <ac:chgData name="Sindhu Jadhav" userId="aefe851164177edf" providerId="LiveId" clId="{D542CEFB-DE8F-464A-9F9B-A6935E9E0BDD}" dt="2026-06-09T04:32:58.005" v="3909" actId="207"/>
          <ac:spMkLst>
            <pc:docMk/>
            <pc:sldMk cId="108960162" sldId="278"/>
            <ac:spMk id="4" creationId="{F83144CF-17B1-6FC9-E5D2-9A6BE72A99DF}"/>
          </ac:spMkLst>
        </pc:spChg>
        <pc:spChg chg="mod">
          <ac:chgData name="Sindhu Jadhav" userId="aefe851164177edf" providerId="LiveId" clId="{D542CEFB-DE8F-464A-9F9B-A6935E9E0BDD}" dt="2026-06-09T04:37:30.063" v="4107" actId="1076"/>
          <ac:spMkLst>
            <pc:docMk/>
            <pc:sldMk cId="108960162" sldId="278"/>
            <ac:spMk id="6" creationId="{2791A5FF-0749-8C7F-9AD1-CB3BE5B2104F}"/>
          </ac:spMkLst>
        </pc:spChg>
        <pc:spChg chg="mod">
          <ac:chgData name="Sindhu Jadhav" userId="aefe851164177edf" providerId="LiveId" clId="{D542CEFB-DE8F-464A-9F9B-A6935E9E0BDD}" dt="2026-06-09T04:37:20.478" v="4106" actId="27636"/>
          <ac:spMkLst>
            <pc:docMk/>
            <pc:sldMk cId="108960162" sldId="278"/>
            <ac:spMk id="7" creationId="{8D71C787-7B0B-ADCB-B302-8246B9959549}"/>
          </ac:spMkLst>
        </pc:spChg>
        <pc:picChg chg="add mod">
          <ac:chgData name="Sindhu Jadhav" userId="aefe851164177edf" providerId="LiveId" clId="{D542CEFB-DE8F-464A-9F9B-A6935E9E0BDD}" dt="2026-06-09T04:27:48.814" v="3787" actId="14100"/>
          <ac:picMkLst>
            <pc:docMk/>
            <pc:sldMk cId="108960162" sldId="278"/>
            <ac:picMk id="2" creationId="{8514A72B-3F01-9B4C-E0B4-7872B32C0F37}"/>
          </ac:picMkLst>
        </pc:picChg>
        <pc:picChg chg="del">
          <ac:chgData name="Sindhu Jadhav" userId="aefe851164177edf" providerId="LiveId" clId="{D542CEFB-DE8F-464A-9F9B-A6935E9E0BDD}" dt="2026-06-09T04:27:38.277" v="3783" actId="478"/>
          <ac:picMkLst>
            <pc:docMk/>
            <pc:sldMk cId="108960162" sldId="278"/>
            <ac:picMk id="3" creationId="{548DB20E-6565-C207-5D8B-013F4CEFFC30}"/>
          </ac:picMkLst>
        </pc:picChg>
        <pc:picChg chg="add del mod">
          <ac:chgData name="Sindhu Jadhav" userId="aefe851164177edf" providerId="LiveId" clId="{D542CEFB-DE8F-464A-9F9B-A6935E9E0BDD}" dt="2026-06-09T04:31:41.235" v="3864" actId="478"/>
          <ac:picMkLst>
            <pc:docMk/>
            <pc:sldMk cId="108960162" sldId="278"/>
            <ac:picMk id="5" creationId="{726142EA-D4BC-3D84-8672-FD423AF2320D}"/>
          </ac:picMkLst>
        </pc:picChg>
        <pc:picChg chg="add mod">
          <ac:chgData name="Sindhu Jadhav" userId="aefe851164177edf" providerId="LiveId" clId="{D542CEFB-DE8F-464A-9F9B-A6935E9E0BDD}" dt="2026-06-09T04:32:26.303" v="3876" actId="207"/>
          <ac:picMkLst>
            <pc:docMk/>
            <pc:sldMk cId="108960162" sldId="278"/>
            <ac:picMk id="9" creationId="{2BCE7FD1-AC14-0724-D24B-5AF597B58E98}"/>
          </ac:picMkLst>
        </pc:picChg>
      </pc:sldChg>
      <pc:sldChg chg="addSp delSp modSp new mod">
        <pc:chgData name="Sindhu Jadhav" userId="aefe851164177edf" providerId="LiveId" clId="{D542CEFB-DE8F-464A-9F9B-A6935E9E0BDD}" dt="2026-06-09T07:39:15.085" v="5308"/>
        <pc:sldMkLst>
          <pc:docMk/>
          <pc:sldMk cId="4153164947" sldId="279"/>
        </pc:sldMkLst>
        <pc:spChg chg="mod">
          <ac:chgData name="Sindhu Jadhav" userId="aefe851164177edf" providerId="LiveId" clId="{D542CEFB-DE8F-464A-9F9B-A6935E9E0BDD}" dt="2026-06-09T07:39:15.085" v="5308"/>
          <ac:spMkLst>
            <pc:docMk/>
            <pc:sldMk cId="4153164947" sldId="279"/>
            <ac:spMk id="2" creationId="{C5308DE7-EA01-0C83-F224-6C26BBD1A13C}"/>
          </ac:spMkLst>
        </pc:spChg>
        <pc:spChg chg="del">
          <ac:chgData name="Sindhu Jadhav" userId="aefe851164177edf" providerId="LiveId" clId="{D542CEFB-DE8F-464A-9F9B-A6935E9E0BDD}" dt="2026-06-09T06:56:19.281" v="4266" actId="478"/>
          <ac:spMkLst>
            <pc:docMk/>
            <pc:sldMk cId="4153164947" sldId="279"/>
            <ac:spMk id="3" creationId="{9863C638-5428-B2A0-626A-B6DBFE6A4FAA}"/>
          </ac:spMkLst>
        </pc:spChg>
        <pc:spChg chg="del mod">
          <ac:chgData name="Sindhu Jadhav" userId="aefe851164177edf" providerId="LiveId" clId="{D542CEFB-DE8F-464A-9F9B-A6935E9E0BDD}" dt="2026-06-09T06:56:17.542" v="4265" actId="478"/>
          <ac:spMkLst>
            <pc:docMk/>
            <pc:sldMk cId="4153164947" sldId="279"/>
            <ac:spMk id="4" creationId="{B9624FB7-3BA1-FED0-2C4C-BCD2452E79CF}"/>
          </ac:spMkLst>
        </pc:spChg>
        <pc:picChg chg="add mod ord">
          <ac:chgData name="Sindhu Jadhav" userId="aefe851164177edf" providerId="LiveId" clId="{D542CEFB-DE8F-464A-9F9B-A6935E9E0BDD}" dt="2026-06-09T06:56:12.890" v="4264" actId="1076"/>
          <ac:picMkLst>
            <pc:docMk/>
            <pc:sldMk cId="4153164947" sldId="279"/>
            <ac:picMk id="6" creationId="{7035E753-AA24-1A05-61AD-9343BC00749F}"/>
          </ac:picMkLst>
        </pc:picChg>
      </pc:sldChg>
      <pc:sldChg chg="addSp delSp modSp new mod">
        <pc:chgData name="Sindhu Jadhav" userId="aefe851164177edf" providerId="LiveId" clId="{D542CEFB-DE8F-464A-9F9B-A6935E9E0BDD}" dt="2026-06-09T07:39:06.699" v="5305" actId="113"/>
        <pc:sldMkLst>
          <pc:docMk/>
          <pc:sldMk cId="1962321643" sldId="280"/>
        </pc:sldMkLst>
        <pc:spChg chg="mod">
          <ac:chgData name="Sindhu Jadhav" userId="aefe851164177edf" providerId="LiveId" clId="{D542CEFB-DE8F-464A-9F9B-A6935E9E0BDD}" dt="2026-06-09T07:39:06.699" v="5305" actId="113"/>
          <ac:spMkLst>
            <pc:docMk/>
            <pc:sldMk cId="1962321643" sldId="280"/>
            <ac:spMk id="2" creationId="{5EC8AF1F-917A-D33C-31A1-B2B5DDF83F49}"/>
          </ac:spMkLst>
        </pc:spChg>
        <pc:spChg chg="del">
          <ac:chgData name="Sindhu Jadhav" userId="aefe851164177edf" providerId="LiveId" clId="{D542CEFB-DE8F-464A-9F9B-A6935E9E0BDD}" dt="2026-06-09T07:14:33.844" v="4824" actId="478"/>
          <ac:spMkLst>
            <pc:docMk/>
            <pc:sldMk cId="1962321643" sldId="280"/>
            <ac:spMk id="3" creationId="{C674B1B1-18A3-EFCD-F468-93AECE5603AF}"/>
          </ac:spMkLst>
        </pc:spChg>
        <pc:spChg chg="del">
          <ac:chgData name="Sindhu Jadhav" userId="aefe851164177edf" providerId="LiveId" clId="{D542CEFB-DE8F-464A-9F9B-A6935E9E0BDD}" dt="2026-06-09T07:14:32.792" v="4823" actId="478"/>
          <ac:spMkLst>
            <pc:docMk/>
            <pc:sldMk cId="1962321643" sldId="280"/>
            <ac:spMk id="4" creationId="{5557D143-3139-794A-711E-F0EDB4CA4E1E}"/>
          </ac:spMkLst>
        </pc:spChg>
        <pc:picChg chg="add mod modCrop">
          <ac:chgData name="Sindhu Jadhav" userId="aefe851164177edf" providerId="LiveId" clId="{D542CEFB-DE8F-464A-9F9B-A6935E9E0BDD}" dt="2026-06-09T07:14:27.904" v="4822" actId="1076"/>
          <ac:picMkLst>
            <pc:docMk/>
            <pc:sldMk cId="1962321643" sldId="280"/>
            <ac:picMk id="6" creationId="{82592456-762B-808B-CB02-F5223433F014}"/>
          </ac:picMkLst>
        </pc:picChg>
        <pc:picChg chg="add mod ord modCrop">
          <ac:chgData name="Sindhu Jadhav" userId="aefe851164177edf" providerId="LiveId" clId="{D542CEFB-DE8F-464A-9F9B-A6935E9E0BDD}" dt="2026-06-09T07:20:48.422" v="5161" actId="1036"/>
          <ac:picMkLst>
            <pc:docMk/>
            <pc:sldMk cId="1962321643" sldId="280"/>
            <ac:picMk id="8" creationId="{22A17541-1378-FD6A-83C1-8977C0945208}"/>
          </ac:picMkLst>
        </pc:picChg>
      </pc:sldChg>
      <pc:sldChg chg="addSp delSp modSp new mod">
        <pc:chgData name="Sindhu Jadhav" userId="aefe851164177edf" providerId="LiveId" clId="{D542CEFB-DE8F-464A-9F9B-A6935E9E0BDD}" dt="2026-06-09T07:37:44.727" v="5292"/>
        <pc:sldMkLst>
          <pc:docMk/>
          <pc:sldMk cId="183235830" sldId="281"/>
        </pc:sldMkLst>
        <pc:spChg chg="mod">
          <ac:chgData name="Sindhu Jadhav" userId="aefe851164177edf" providerId="LiveId" clId="{D542CEFB-DE8F-464A-9F9B-A6935E9E0BDD}" dt="2026-06-09T07:37:44.727" v="5292"/>
          <ac:spMkLst>
            <pc:docMk/>
            <pc:sldMk cId="183235830" sldId="281"/>
            <ac:spMk id="2" creationId="{1CD64911-6C40-09D8-A7E4-5DFE4DF7864B}"/>
          </ac:spMkLst>
        </pc:spChg>
        <pc:spChg chg="mod">
          <ac:chgData name="Sindhu Jadhav" userId="aefe851164177edf" providerId="LiveId" clId="{D542CEFB-DE8F-464A-9F9B-A6935E9E0BDD}" dt="2026-06-09T07:37:44.727" v="5292"/>
          <ac:spMkLst>
            <pc:docMk/>
            <pc:sldMk cId="183235830" sldId="281"/>
            <ac:spMk id="3" creationId="{BF59A37C-D3B1-1ACC-95EF-F4B267583A5C}"/>
          </ac:spMkLst>
        </pc:spChg>
        <pc:spChg chg="del">
          <ac:chgData name="Sindhu Jadhav" userId="aefe851164177edf" providerId="LiveId" clId="{D542CEFB-DE8F-464A-9F9B-A6935E9E0BDD}" dt="2026-06-09T07:22:31.687" v="5169" actId="478"/>
          <ac:spMkLst>
            <pc:docMk/>
            <pc:sldMk cId="183235830" sldId="281"/>
            <ac:spMk id="4" creationId="{B2894746-4FA8-7E75-5F9E-CAE58C066622}"/>
          </ac:spMkLst>
        </pc:spChg>
        <pc:picChg chg="add mod ord">
          <ac:chgData name="Sindhu Jadhav" userId="aefe851164177edf" providerId="LiveId" clId="{D542CEFB-DE8F-464A-9F9B-A6935E9E0BDD}" dt="2026-06-09T07:26:35.592" v="5224" actId="1076"/>
          <ac:picMkLst>
            <pc:docMk/>
            <pc:sldMk cId="183235830" sldId="281"/>
            <ac:picMk id="6" creationId="{2CF8B667-75C7-F9D2-994A-790DC48D6649}"/>
          </ac:picMkLst>
        </pc:picChg>
      </pc:sldChg>
      <pc:sldChg chg="addSp delSp modSp new mod">
        <pc:chgData name="Sindhu Jadhav" userId="aefe851164177edf" providerId="LiveId" clId="{D542CEFB-DE8F-464A-9F9B-A6935E9E0BDD}" dt="2026-06-09T07:38:56.608" v="5304" actId="113"/>
        <pc:sldMkLst>
          <pc:docMk/>
          <pc:sldMk cId="1977395554" sldId="282"/>
        </pc:sldMkLst>
        <pc:spChg chg="mod">
          <ac:chgData name="Sindhu Jadhav" userId="aefe851164177edf" providerId="LiveId" clId="{D542CEFB-DE8F-464A-9F9B-A6935E9E0BDD}" dt="2026-06-09T07:38:56.608" v="5304" actId="113"/>
          <ac:spMkLst>
            <pc:docMk/>
            <pc:sldMk cId="1977395554" sldId="282"/>
            <ac:spMk id="2" creationId="{C1EDF212-4D65-1DC2-CBCA-9D6EB108235B}"/>
          </ac:spMkLst>
        </pc:spChg>
        <pc:spChg chg="del">
          <ac:chgData name="Sindhu Jadhav" userId="aefe851164177edf" providerId="LiveId" clId="{D542CEFB-DE8F-464A-9F9B-A6935E9E0BDD}" dt="2026-06-09T07:28:58.209" v="5237" actId="478"/>
          <ac:spMkLst>
            <pc:docMk/>
            <pc:sldMk cId="1977395554" sldId="282"/>
            <ac:spMk id="3" creationId="{319067D1-1FBF-F16B-B522-102B9A4B2710}"/>
          </ac:spMkLst>
        </pc:spChg>
        <pc:spChg chg="add del">
          <ac:chgData name="Sindhu Jadhav" userId="aefe851164177edf" providerId="LiveId" clId="{D542CEFB-DE8F-464A-9F9B-A6935E9E0BDD}" dt="2026-06-09T07:28:55.372" v="5236" actId="478"/>
          <ac:spMkLst>
            <pc:docMk/>
            <pc:sldMk cId="1977395554" sldId="282"/>
            <ac:spMk id="4" creationId="{4881A4E0-C5DE-08F7-6CEF-5DDD054CDB98}"/>
          </ac:spMkLst>
        </pc:spChg>
        <pc:picChg chg="add del mod ord modCrop">
          <ac:chgData name="Sindhu Jadhav" userId="aefe851164177edf" providerId="LiveId" clId="{D542CEFB-DE8F-464A-9F9B-A6935E9E0BDD}" dt="2026-06-09T07:29:13.735" v="5239" actId="732"/>
          <ac:picMkLst>
            <pc:docMk/>
            <pc:sldMk cId="1977395554" sldId="282"/>
            <ac:picMk id="6" creationId="{5BC58558-E3DF-28E3-9307-34F9B22E3416}"/>
          </ac:picMkLst>
        </pc:picChg>
      </pc:sldChg>
      <pc:sldChg chg="addSp delSp modSp new mod">
        <pc:chgData name="Sindhu Jadhav" userId="aefe851164177edf" providerId="LiveId" clId="{D542CEFB-DE8F-464A-9F9B-A6935E9E0BDD}" dt="2026-06-09T07:37:44.727" v="5292"/>
        <pc:sldMkLst>
          <pc:docMk/>
          <pc:sldMk cId="1471514915" sldId="283"/>
        </pc:sldMkLst>
        <pc:spChg chg="mod">
          <ac:chgData name="Sindhu Jadhav" userId="aefe851164177edf" providerId="LiveId" clId="{D542CEFB-DE8F-464A-9F9B-A6935E9E0BDD}" dt="2026-06-09T07:37:44.727" v="5292"/>
          <ac:spMkLst>
            <pc:docMk/>
            <pc:sldMk cId="1471514915" sldId="283"/>
            <ac:spMk id="2" creationId="{AF9F4B7C-40EF-4473-1AFF-1349F8E23803}"/>
          </ac:spMkLst>
        </pc:spChg>
        <pc:spChg chg="del">
          <ac:chgData name="Sindhu Jadhav" userId="aefe851164177edf" providerId="LiveId" clId="{D542CEFB-DE8F-464A-9F9B-A6935E9E0BDD}" dt="2026-06-09T07:33:04.115" v="5252" actId="478"/>
          <ac:spMkLst>
            <pc:docMk/>
            <pc:sldMk cId="1471514915" sldId="283"/>
            <ac:spMk id="3" creationId="{ACD3F5DF-4996-89D4-59C0-B53BBA4B7E98}"/>
          </ac:spMkLst>
        </pc:spChg>
        <pc:spChg chg="del">
          <ac:chgData name="Sindhu Jadhav" userId="aefe851164177edf" providerId="LiveId" clId="{D542CEFB-DE8F-464A-9F9B-A6935E9E0BDD}" dt="2026-06-09T07:33:01.997" v="5251" actId="478"/>
          <ac:spMkLst>
            <pc:docMk/>
            <pc:sldMk cId="1471514915" sldId="283"/>
            <ac:spMk id="4" creationId="{CC1A514C-4DD0-2F85-2F9D-AB2F263CFDBE}"/>
          </ac:spMkLst>
        </pc:spChg>
        <pc:picChg chg="add mod ord">
          <ac:chgData name="Sindhu Jadhav" userId="aefe851164177edf" providerId="LiveId" clId="{D542CEFB-DE8F-464A-9F9B-A6935E9E0BDD}" dt="2026-06-09T07:33:09.047" v="5255" actId="1076"/>
          <ac:picMkLst>
            <pc:docMk/>
            <pc:sldMk cId="1471514915" sldId="283"/>
            <ac:picMk id="6" creationId="{5DA36219-4AE5-8410-36FE-283E2F34A514}"/>
          </ac:picMkLst>
        </pc:picChg>
      </pc:sldChg>
      <pc:sldChg chg="add">
        <pc:chgData name="Sindhu Jadhav" userId="aefe851164177edf" providerId="LiveId" clId="{D542CEFB-DE8F-464A-9F9B-A6935E9E0BDD}" dt="2026-06-09T06:40:38.903" v="4205"/>
        <pc:sldMkLst>
          <pc:docMk/>
          <pc:sldMk cId="3494789973" sldId="284"/>
        </pc:sldMkLst>
      </pc:sldChg>
      <pc:sldChg chg="add">
        <pc:chgData name="Sindhu Jadhav" userId="aefe851164177edf" providerId="LiveId" clId="{D542CEFB-DE8F-464A-9F9B-A6935E9E0BDD}" dt="2026-06-09T06:40:38.903" v="4205"/>
        <pc:sldMkLst>
          <pc:docMk/>
          <pc:sldMk cId="210953138" sldId="285"/>
        </pc:sldMkLst>
      </pc:sldChg>
      <pc:sldChg chg="add">
        <pc:chgData name="Sindhu Jadhav" userId="aefe851164177edf" providerId="LiveId" clId="{D542CEFB-DE8F-464A-9F9B-A6935E9E0BDD}" dt="2026-06-09T06:40:38.903" v="4205"/>
        <pc:sldMkLst>
          <pc:docMk/>
          <pc:sldMk cId="2304196943" sldId="286"/>
        </pc:sldMkLst>
      </pc:sldChg>
      <pc:sldChg chg="add">
        <pc:chgData name="Sindhu Jadhav" userId="aefe851164177edf" providerId="LiveId" clId="{D542CEFB-DE8F-464A-9F9B-A6935E9E0BDD}" dt="2026-06-09T06:40:38.903" v="4205"/>
        <pc:sldMkLst>
          <pc:docMk/>
          <pc:sldMk cId="2723351815" sldId="287"/>
        </pc:sldMkLst>
      </pc:sldChg>
      <pc:sldChg chg="add">
        <pc:chgData name="Sindhu Jadhav" userId="aefe851164177edf" providerId="LiveId" clId="{D542CEFB-DE8F-464A-9F9B-A6935E9E0BDD}" dt="2026-06-09T06:40:38.903" v="4205"/>
        <pc:sldMkLst>
          <pc:docMk/>
          <pc:sldMk cId="2250230423" sldId="288"/>
        </pc:sldMkLst>
      </pc:sldChg>
      <pc:sldChg chg="addSp delSp modSp new mod">
        <pc:chgData name="Sindhu Jadhav" userId="aefe851164177edf" providerId="LiveId" clId="{D542CEFB-DE8F-464A-9F9B-A6935E9E0BDD}" dt="2026-06-09T07:37:44.727" v="5292"/>
        <pc:sldMkLst>
          <pc:docMk/>
          <pc:sldMk cId="3203561846" sldId="289"/>
        </pc:sldMkLst>
        <pc:spChg chg="mod">
          <ac:chgData name="Sindhu Jadhav" userId="aefe851164177edf" providerId="LiveId" clId="{D542CEFB-DE8F-464A-9F9B-A6935E9E0BDD}" dt="2026-06-09T07:37:44.727" v="5292"/>
          <ac:spMkLst>
            <pc:docMk/>
            <pc:sldMk cId="3203561846" sldId="289"/>
            <ac:spMk id="2" creationId="{F796361F-E33A-202B-9317-1C6FEB3616E2}"/>
          </ac:spMkLst>
        </pc:spChg>
        <pc:spChg chg="del">
          <ac:chgData name="Sindhu Jadhav" userId="aefe851164177edf" providerId="LiveId" clId="{D542CEFB-DE8F-464A-9F9B-A6935E9E0BDD}" dt="2026-06-09T06:58:05.748" v="4278" actId="478"/>
          <ac:spMkLst>
            <pc:docMk/>
            <pc:sldMk cId="3203561846" sldId="289"/>
            <ac:spMk id="3" creationId="{1F878F44-963A-C106-46AD-582277F08129}"/>
          </ac:spMkLst>
        </pc:spChg>
        <pc:spChg chg="del">
          <ac:chgData name="Sindhu Jadhav" userId="aefe851164177edf" providerId="LiveId" clId="{D542CEFB-DE8F-464A-9F9B-A6935E9E0BDD}" dt="2026-06-09T06:58:08.974" v="4279" actId="478"/>
          <ac:spMkLst>
            <pc:docMk/>
            <pc:sldMk cId="3203561846" sldId="289"/>
            <ac:spMk id="4" creationId="{FE531CD0-346A-6B8B-33C1-1DE9988B7623}"/>
          </ac:spMkLst>
        </pc:spChg>
        <pc:spChg chg="add mod">
          <ac:chgData name="Sindhu Jadhav" userId="aefe851164177edf" providerId="LiveId" clId="{D542CEFB-DE8F-464A-9F9B-A6935E9E0BDD}" dt="2026-06-09T06:58:45.670" v="4328" actId="15"/>
          <ac:spMkLst>
            <pc:docMk/>
            <pc:sldMk cId="3203561846" sldId="289"/>
            <ac:spMk id="5" creationId="{5BEB672F-0F02-59E7-83CE-942CBD6D2734}"/>
          </ac:spMkLst>
        </pc:spChg>
      </pc:sldChg>
      <pc:sldChg chg="modSp new del mod">
        <pc:chgData name="Sindhu Jadhav" userId="aefe851164177edf" providerId="LiveId" clId="{D542CEFB-DE8F-464A-9F9B-A6935E9E0BDD}" dt="2026-06-09T06:59:00.883" v="4330" actId="47"/>
        <pc:sldMkLst>
          <pc:docMk/>
          <pc:sldMk cId="2948989325" sldId="290"/>
        </pc:sldMkLst>
        <pc:spChg chg="mod">
          <ac:chgData name="Sindhu Jadhav" userId="aefe851164177edf" providerId="LiveId" clId="{D542CEFB-DE8F-464A-9F9B-A6935E9E0BDD}" dt="2026-06-09T06:57:54.549" v="4275" actId="20577"/>
          <ac:spMkLst>
            <pc:docMk/>
            <pc:sldMk cId="2948989325" sldId="290"/>
            <ac:spMk id="3" creationId="{DB562EBD-89A9-DE42-67D4-4E41E7458E02}"/>
          </ac:spMkLst>
        </pc:spChg>
      </pc:sldChg>
      <pc:sldChg chg="addSp modSp add mod">
        <pc:chgData name="Sindhu Jadhav" userId="aefe851164177edf" providerId="LiveId" clId="{D542CEFB-DE8F-464A-9F9B-A6935E9E0BDD}" dt="2026-06-09T07:37:44.727" v="5292"/>
        <pc:sldMkLst>
          <pc:docMk/>
          <pc:sldMk cId="1568743617" sldId="291"/>
        </pc:sldMkLst>
        <pc:spChg chg="mod">
          <ac:chgData name="Sindhu Jadhav" userId="aefe851164177edf" providerId="LiveId" clId="{D542CEFB-DE8F-464A-9F9B-A6935E9E0BDD}" dt="2026-06-09T07:37:44.727" v="5292"/>
          <ac:spMkLst>
            <pc:docMk/>
            <pc:sldMk cId="1568743617" sldId="291"/>
            <ac:spMk id="2" creationId="{D73198F6-2C26-0A6E-BB75-C289265F7F17}"/>
          </ac:spMkLst>
        </pc:spChg>
        <pc:spChg chg="mod">
          <ac:chgData name="Sindhu Jadhav" userId="aefe851164177edf" providerId="LiveId" clId="{D542CEFB-DE8F-464A-9F9B-A6935E9E0BDD}" dt="2026-06-09T07:02:45.876" v="4494" actId="20577"/>
          <ac:spMkLst>
            <pc:docMk/>
            <pc:sldMk cId="1568743617" sldId="291"/>
            <ac:spMk id="5" creationId="{16C88F7F-740D-DE64-8D61-E52E49B9175F}"/>
          </ac:spMkLst>
        </pc:spChg>
        <pc:graphicFrameChg chg="add mod">
          <ac:chgData name="Sindhu Jadhav" userId="aefe851164177edf" providerId="LiveId" clId="{D542CEFB-DE8F-464A-9F9B-A6935E9E0BDD}" dt="2026-06-09T07:00:34.639" v="4439"/>
          <ac:graphicFrameMkLst>
            <pc:docMk/>
            <pc:sldMk cId="1568743617" sldId="291"/>
            <ac:graphicFrameMk id="3" creationId="{434B1751-023F-E3FA-EF37-DE5850216529}"/>
          </ac:graphicFrameMkLst>
        </pc:graphicFrameChg>
        <pc:graphicFrameChg chg="add mod modGraphic">
          <ac:chgData name="Sindhu Jadhav" userId="aefe851164177edf" providerId="LiveId" clId="{D542CEFB-DE8F-464A-9F9B-A6935E9E0BDD}" dt="2026-06-09T07:02:08.373" v="4451" actId="1076"/>
          <ac:graphicFrameMkLst>
            <pc:docMk/>
            <pc:sldMk cId="1568743617" sldId="291"/>
            <ac:graphicFrameMk id="4" creationId="{5F642370-519C-BC7E-01A5-F49E6AA6625F}"/>
          </ac:graphicFrameMkLst>
        </pc:graphicFrameChg>
      </pc:sldChg>
      <pc:sldChg chg="delSp modSp new mod">
        <pc:chgData name="Sindhu Jadhav" userId="aefe851164177edf" providerId="LiveId" clId="{D542CEFB-DE8F-464A-9F9B-A6935E9E0BDD}" dt="2026-06-09T07:37:44.727" v="5292"/>
        <pc:sldMkLst>
          <pc:docMk/>
          <pc:sldMk cId="48211739" sldId="292"/>
        </pc:sldMkLst>
        <pc:spChg chg="del">
          <ac:chgData name="Sindhu Jadhav" userId="aefe851164177edf" providerId="LiveId" clId="{D542CEFB-DE8F-464A-9F9B-A6935E9E0BDD}" dt="2026-06-09T07:06:46.844" v="4795" actId="478"/>
          <ac:spMkLst>
            <pc:docMk/>
            <pc:sldMk cId="48211739" sldId="292"/>
            <ac:spMk id="2" creationId="{B59A1D58-8B67-5AFA-F013-0B05244736D6}"/>
          </ac:spMkLst>
        </pc:spChg>
        <pc:spChg chg="mod">
          <ac:chgData name="Sindhu Jadhav" userId="aefe851164177edf" providerId="LiveId" clId="{D542CEFB-DE8F-464A-9F9B-A6935E9E0BDD}" dt="2026-06-09T07:37:44.727" v="5292"/>
          <ac:spMkLst>
            <pc:docMk/>
            <pc:sldMk cId="48211739" sldId="292"/>
            <ac:spMk id="3" creationId="{A268C12F-31CE-4FC4-C15E-0B166D7EC604}"/>
          </ac:spMkLst>
        </pc:spChg>
        <pc:spChg chg="mod">
          <ac:chgData name="Sindhu Jadhav" userId="aefe851164177edf" providerId="LiveId" clId="{D542CEFB-DE8F-464A-9F9B-A6935E9E0BDD}" dt="2026-06-09T07:37:44.727" v="5292"/>
          <ac:spMkLst>
            <pc:docMk/>
            <pc:sldMk cId="48211739" sldId="292"/>
            <ac:spMk id="4" creationId="{014DABFE-20DA-AA9A-8B40-0FEF123A11E2}"/>
          </ac:spMkLst>
        </pc:spChg>
      </pc:sldChg>
      <pc:sldChg chg="addSp delSp modSp new mod">
        <pc:chgData name="Sindhu Jadhav" userId="aefe851164177edf" providerId="LiveId" clId="{D542CEFB-DE8F-464A-9F9B-A6935E9E0BDD}" dt="2026-06-09T07:37:44.727" v="5292"/>
        <pc:sldMkLst>
          <pc:docMk/>
          <pc:sldMk cId="3297617263" sldId="293"/>
        </pc:sldMkLst>
        <pc:spChg chg="del">
          <ac:chgData name="Sindhu Jadhav" userId="aefe851164177edf" providerId="LiveId" clId="{D542CEFB-DE8F-464A-9F9B-A6935E9E0BDD}" dt="2026-06-09T07:15:21.331" v="4828" actId="478"/>
          <ac:spMkLst>
            <pc:docMk/>
            <pc:sldMk cId="3297617263" sldId="293"/>
            <ac:spMk id="2" creationId="{6F950546-FFC3-C3B7-9FA3-6CC3C7EA9BEA}"/>
          </ac:spMkLst>
        </pc:spChg>
        <pc:spChg chg="mod">
          <ac:chgData name="Sindhu Jadhav" userId="aefe851164177edf" providerId="LiveId" clId="{D542CEFB-DE8F-464A-9F9B-A6935E9E0BDD}" dt="2026-06-09T07:37:44.727" v="5292"/>
          <ac:spMkLst>
            <pc:docMk/>
            <pc:sldMk cId="3297617263" sldId="293"/>
            <ac:spMk id="3" creationId="{46313EDD-85E8-F868-738A-BEC70CBF4DAF}"/>
          </ac:spMkLst>
        </pc:spChg>
        <pc:spChg chg="del">
          <ac:chgData name="Sindhu Jadhav" userId="aefe851164177edf" providerId="LiveId" clId="{D542CEFB-DE8F-464A-9F9B-A6935E9E0BDD}" dt="2026-06-09T07:15:26.907" v="4831" actId="478"/>
          <ac:spMkLst>
            <pc:docMk/>
            <pc:sldMk cId="3297617263" sldId="293"/>
            <ac:spMk id="4" creationId="{4B5E66C6-D390-6BE6-6ABE-946A2AFE441A}"/>
          </ac:spMkLst>
        </pc:spChg>
        <pc:picChg chg="add del ord">
          <ac:chgData name="Sindhu Jadhav" userId="aefe851164177edf" providerId="LiveId" clId="{D542CEFB-DE8F-464A-9F9B-A6935E9E0BDD}" dt="2026-06-09T07:15:24.282" v="4830" actId="478"/>
          <ac:picMkLst>
            <pc:docMk/>
            <pc:sldMk cId="3297617263" sldId="293"/>
            <ac:picMk id="6" creationId="{A789C8B5-2681-C8DB-BC9C-F590BBFE5501}"/>
          </ac:picMkLst>
        </pc:picChg>
      </pc:sldChg>
      <pc:sldChg chg="modSp add mod">
        <pc:chgData name="Sindhu Jadhav" userId="aefe851164177edf" providerId="LiveId" clId="{D542CEFB-DE8F-464A-9F9B-A6935E9E0BDD}" dt="2026-06-09T07:37:44.727" v="5292"/>
        <pc:sldMkLst>
          <pc:docMk/>
          <pc:sldMk cId="3416730124" sldId="294"/>
        </pc:sldMkLst>
        <pc:spChg chg="mod">
          <ac:chgData name="Sindhu Jadhav" userId="aefe851164177edf" providerId="LiveId" clId="{D542CEFB-DE8F-464A-9F9B-A6935E9E0BDD}" dt="2026-06-09T07:37:44.727" v="5292"/>
          <ac:spMkLst>
            <pc:docMk/>
            <pc:sldMk cId="3416730124" sldId="294"/>
            <ac:spMk id="2" creationId="{F55BD286-6D24-0693-A48F-94E1D9ABE0A9}"/>
          </ac:spMkLst>
        </pc:spChg>
        <pc:spChg chg="mod">
          <ac:chgData name="Sindhu Jadhav" userId="aefe851164177edf" providerId="LiveId" clId="{D542CEFB-DE8F-464A-9F9B-A6935E9E0BDD}" dt="2026-06-09T07:20:32.377" v="5109" actId="20577"/>
          <ac:spMkLst>
            <pc:docMk/>
            <pc:sldMk cId="3416730124" sldId="294"/>
            <ac:spMk id="5" creationId="{092859CC-3A7B-CB4F-C309-E5E03BD1D73D}"/>
          </ac:spMkLst>
        </pc:spChg>
      </pc:sldChg>
      <pc:sldChg chg="modSp add mod ord">
        <pc:chgData name="Sindhu Jadhav" userId="aefe851164177edf" providerId="LiveId" clId="{D542CEFB-DE8F-464A-9F9B-A6935E9E0BDD}" dt="2026-06-09T07:37:44.727" v="5292"/>
        <pc:sldMkLst>
          <pc:docMk/>
          <pc:sldMk cId="1229085821" sldId="295"/>
        </pc:sldMkLst>
        <pc:spChg chg="mod">
          <ac:chgData name="Sindhu Jadhav" userId="aefe851164177edf" providerId="LiveId" clId="{D542CEFB-DE8F-464A-9F9B-A6935E9E0BDD}" dt="2026-06-09T07:37:44.727" v="5292"/>
          <ac:spMkLst>
            <pc:docMk/>
            <pc:sldMk cId="1229085821" sldId="295"/>
            <ac:spMk id="2" creationId="{93A9837A-3569-E3A3-D454-807356DFE201}"/>
          </ac:spMkLst>
        </pc:spChg>
        <pc:spChg chg="mod">
          <ac:chgData name="Sindhu Jadhav" userId="aefe851164177edf" providerId="LiveId" clId="{D542CEFB-DE8F-464A-9F9B-A6935E9E0BDD}" dt="2026-06-09T07:27:39.614" v="5227" actId="113"/>
          <ac:spMkLst>
            <pc:docMk/>
            <pc:sldMk cId="1229085821" sldId="295"/>
            <ac:spMk id="5" creationId="{0C2391D5-E07E-57CB-977D-2D711F7E0B97}"/>
          </ac:spMkLst>
        </pc:spChg>
      </pc:sldChg>
      <pc:sldChg chg="delSp modSp add mod ord">
        <pc:chgData name="Sindhu Jadhav" userId="aefe851164177edf" providerId="LiveId" clId="{D542CEFB-DE8F-464A-9F9B-A6935E9E0BDD}" dt="2026-06-09T07:30:01.260" v="5248" actId="1076"/>
        <pc:sldMkLst>
          <pc:docMk/>
          <pc:sldMk cId="1200964257" sldId="296"/>
        </pc:sldMkLst>
        <pc:spChg chg="mod">
          <ac:chgData name="Sindhu Jadhav" userId="aefe851164177edf" providerId="LiveId" clId="{D542CEFB-DE8F-464A-9F9B-A6935E9E0BDD}" dt="2026-06-09T07:29:47.067" v="5244" actId="1076"/>
          <ac:spMkLst>
            <pc:docMk/>
            <pc:sldMk cId="1200964257" sldId="296"/>
            <ac:spMk id="4" creationId="{4CB30370-EC94-847C-E24B-A9344285E90C}"/>
          </ac:spMkLst>
        </pc:spChg>
        <pc:spChg chg="mod">
          <ac:chgData name="Sindhu Jadhav" userId="aefe851164177edf" providerId="LiveId" clId="{D542CEFB-DE8F-464A-9F9B-A6935E9E0BDD}" dt="2026-06-09T07:29:57.725" v="5247" actId="1076"/>
          <ac:spMkLst>
            <pc:docMk/>
            <pc:sldMk cId="1200964257" sldId="296"/>
            <ac:spMk id="6" creationId="{764DD94C-5EFB-6F8D-2E63-6E708B85A535}"/>
          </ac:spMkLst>
        </pc:spChg>
        <pc:spChg chg="mod">
          <ac:chgData name="Sindhu Jadhav" userId="aefe851164177edf" providerId="LiveId" clId="{D542CEFB-DE8F-464A-9F9B-A6935E9E0BDD}" dt="2026-06-09T07:30:01.260" v="5248" actId="1076"/>
          <ac:spMkLst>
            <pc:docMk/>
            <pc:sldMk cId="1200964257" sldId="296"/>
            <ac:spMk id="7" creationId="{8F34BB55-9A74-DD19-81D3-4708829D2BF1}"/>
          </ac:spMkLst>
        </pc:spChg>
        <pc:picChg chg="del">
          <ac:chgData name="Sindhu Jadhav" userId="aefe851164177edf" providerId="LiveId" clId="{D542CEFB-DE8F-464A-9F9B-A6935E9E0BDD}" dt="2026-06-09T07:29:37.005" v="5243" actId="478"/>
          <ac:picMkLst>
            <pc:docMk/>
            <pc:sldMk cId="1200964257" sldId="296"/>
            <ac:picMk id="2" creationId="{7AD53BDD-5708-7449-AFA3-76AD3F7791A0}"/>
          </ac:picMkLst>
        </pc:picChg>
        <pc:picChg chg="mod">
          <ac:chgData name="Sindhu Jadhav" userId="aefe851164177edf" providerId="LiveId" clId="{D542CEFB-DE8F-464A-9F9B-A6935E9E0BDD}" dt="2026-06-09T07:29:51.168" v="5245" actId="1076"/>
          <ac:picMkLst>
            <pc:docMk/>
            <pc:sldMk cId="1200964257" sldId="296"/>
            <ac:picMk id="9" creationId="{7A8F876C-A3A0-0B67-D0A1-139BD46A2876}"/>
          </ac:picMkLst>
        </pc:picChg>
      </pc:sldChg>
      <pc:sldChg chg="modSp add mod">
        <pc:chgData name="Sindhu Jadhav" userId="aefe851164177edf" providerId="LiveId" clId="{D542CEFB-DE8F-464A-9F9B-A6935E9E0BDD}" dt="2026-06-09T07:37:44.727" v="5292"/>
        <pc:sldMkLst>
          <pc:docMk/>
          <pc:sldMk cId="2937768249" sldId="297"/>
        </pc:sldMkLst>
        <pc:spChg chg="mod">
          <ac:chgData name="Sindhu Jadhav" userId="aefe851164177edf" providerId="LiveId" clId="{D542CEFB-DE8F-464A-9F9B-A6935E9E0BDD}" dt="2026-06-09T07:37:44.727" v="5292"/>
          <ac:spMkLst>
            <pc:docMk/>
            <pc:sldMk cId="2937768249" sldId="297"/>
            <ac:spMk id="2" creationId="{3B90F4F4-B684-399B-6695-E8A67BE12B86}"/>
          </ac:spMkLst>
        </pc:spChg>
        <pc:spChg chg="mod">
          <ac:chgData name="Sindhu Jadhav" userId="aefe851164177edf" providerId="LiveId" clId="{D542CEFB-DE8F-464A-9F9B-A6935E9E0BDD}" dt="2026-06-09T07:35:49.630" v="5286" actId="27636"/>
          <ac:spMkLst>
            <pc:docMk/>
            <pc:sldMk cId="2937768249" sldId="297"/>
            <ac:spMk id="5" creationId="{7F2EE3E7-1E59-4B4E-F314-6DCE2EBE6802}"/>
          </ac:spMkLst>
        </pc:spChg>
      </pc:sldChg>
      <pc:sldChg chg="addSp delSp modSp new mod">
        <pc:chgData name="Sindhu Jadhav" userId="aefe851164177edf" providerId="LiveId" clId="{D542CEFB-DE8F-464A-9F9B-A6935E9E0BDD}" dt="2026-06-09T07:51:49.385" v="5320" actId="478"/>
        <pc:sldMkLst>
          <pc:docMk/>
          <pc:sldMk cId="2284548560" sldId="298"/>
        </pc:sldMkLst>
        <pc:spChg chg="del">
          <ac:chgData name="Sindhu Jadhav" userId="aefe851164177edf" providerId="LiveId" clId="{D542CEFB-DE8F-464A-9F9B-A6935E9E0BDD}" dt="2026-06-09T07:51:47.558" v="5319" actId="478"/>
          <ac:spMkLst>
            <pc:docMk/>
            <pc:sldMk cId="2284548560" sldId="298"/>
            <ac:spMk id="2" creationId="{AAEC5B89-6CF1-271A-0DE2-DEACD8B3A899}"/>
          </ac:spMkLst>
        </pc:spChg>
        <pc:spChg chg="del">
          <ac:chgData name="Sindhu Jadhav" userId="aefe851164177edf" providerId="LiveId" clId="{D542CEFB-DE8F-464A-9F9B-A6935E9E0BDD}" dt="2026-06-09T07:51:49.385" v="5320" actId="478"/>
          <ac:spMkLst>
            <pc:docMk/>
            <pc:sldMk cId="2284548560" sldId="298"/>
            <ac:spMk id="3" creationId="{A0375DB4-97B6-4B60-620D-9BD8F7601176}"/>
          </ac:spMkLst>
        </pc:spChg>
        <pc:spChg chg="del">
          <ac:chgData name="Sindhu Jadhav" userId="aefe851164177edf" providerId="LiveId" clId="{D542CEFB-DE8F-464A-9F9B-A6935E9E0BDD}" dt="2026-06-09T07:51:45.943" v="5318" actId="478"/>
          <ac:spMkLst>
            <pc:docMk/>
            <pc:sldMk cId="2284548560" sldId="298"/>
            <ac:spMk id="4" creationId="{5FCE89E2-1438-4362-91D5-FFBD1750DE91}"/>
          </ac:spMkLst>
        </pc:spChg>
        <pc:picChg chg="add mod ord">
          <ac:chgData name="Sindhu Jadhav" userId="aefe851164177edf" providerId="LiveId" clId="{D542CEFB-DE8F-464A-9F9B-A6935E9E0BDD}" dt="2026-06-09T07:51:42.496" v="5317" actId="1076"/>
          <ac:picMkLst>
            <pc:docMk/>
            <pc:sldMk cId="2284548560" sldId="298"/>
            <ac:picMk id="6" creationId="{A716AAF7-E7BC-AAE8-A4C0-C4585344A3B5}"/>
          </ac:picMkLst>
        </pc:picChg>
      </pc:sldChg>
      <pc:sldChg chg="modSp add del mod setBg">
        <pc:chgData name="Sindhu Jadhav" userId="aefe851164177edf" providerId="LiveId" clId="{D542CEFB-DE8F-464A-9F9B-A6935E9E0BDD}" dt="2026-06-09T08:41:45.799" v="5568" actId="47"/>
        <pc:sldMkLst>
          <pc:docMk/>
          <pc:sldMk cId="3496515175" sldId="299"/>
        </pc:sldMkLst>
        <pc:spChg chg="mod">
          <ac:chgData name="Sindhu Jadhav" userId="aefe851164177edf" providerId="LiveId" clId="{D542CEFB-DE8F-464A-9F9B-A6935E9E0BDD}" dt="2026-06-09T08:38:17.462" v="5384" actId="21"/>
          <ac:spMkLst>
            <pc:docMk/>
            <pc:sldMk cId="3496515175" sldId="299"/>
            <ac:spMk id="2" creationId="{B2D675CA-FA8A-B468-58D3-F86D89FA8829}"/>
          </ac:spMkLst>
        </pc:spChg>
        <pc:spChg chg="mod">
          <ac:chgData name="Sindhu Jadhav" userId="aefe851164177edf" providerId="LiveId" clId="{D542CEFB-DE8F-464A-9F9B-A6935E9E0BDD}" dt="2026-06-09T08:36:45.185" v="5322" actId="27636"/>
          <ac:spMkLst>
            <pc:docMk/>
            <pc:sldMk cId="3496515175" sldId="299"/>
            <ac:spMk id="3" creationId="{7FE27BE6-927B-46CD-685B-5918DEF1A354}"/>
          </ac:spMkLst>
        </pc:spChg>
      </pc:sldChg>
      <pc:sldChg chg="addSp delSp modSp new mod">
        <pc:chgData name="Sindhu Jadhav" userId="aefe851164177edf" providerId="LiveId" clId="{D542CEFB-DE8F-464A-9F9B-A6935E9E0BDD}" dt="2026-06-09T08:40:39.199" v="5521" actId="22"/>
        <pc:sldMkLst>
          <pc:docMk/>
          <pc:sldMk cId="2435559898" sldId="300"/>
        </pc:sldMkLst>
        <pc:spChg chg="mod">
          <ac:chgData name="Sindhu Jadhav" userId="aefe851164177edf" providerId="LiveId" clId="{D542CEFB-DE8F-464A-9F9B-A6935E9E0BDD}" dt="2026-06-09T08:40:33.641" v="5519" actId="21"/>
          <ac:spMkLst>
            <pc:docMk/>
            <pc:sldMk cId="2435559898" sldId="300"/>
            <ac:spMk id="2" creationId="{D35C5F39-915A-C170-B51D-8C50E7C635DE}"/>
          </ac:spMkLst>
        </pc:spChg>
        <pc:spChg chg="mod">
          <ac:chgData name="Sindhu Jadhav" userId="aefe851164177edf" providerId="LiveId" clId="{D542CEFB-DE8F-464A-9F9B-A6935E9E0BDD}" dt="2026-06-09T08:39:54.137" v="5513"/>
          <ac:spMkLst>
            <pc:docMk/>
            <pc:sldMk cId="2435559898" sldId="300"/>
            <ac:spMk id="3" creationId="{E8B5E94D-D697-3A5B-3AD1-94FBD7F74132}"/>
          </ac:spMkLst>
        </pc:spChg>
        <pc:spChg chg="add mod">
          <ac:chgData name="Sindhu Jadhav" userId="aefe851164177edf" providerId="LiveId" clId="{D542CEFB-DE8F-464A-9F9B-A6935E9E0BDD}" dt="2026-06-09T08:40:08.033" v="5516" actId="14100"/>
          <ac:spMkLst>
            <pc:docMk/>
            <pc:sldMk cId="2435559898" sldId="300"/>
            <ac:spMk id="4" creationId="{7F276255-729F-8C64-DBD5-51F21CE0D082}"/>
          </ac:spMkLst>
        </pc:spChg>
        <pc:spChg chg="add del">
          <ac:chgData name="Sindhu Jadhav" userId="aefe851164177edf" providerId="LiveId" clId="{D542CEFB-DE8F-464A-9F9B-A6935E9E0BDD}" dt="2026-06-09T08:40:39.199" v="5521" actId="22"/>
          <ac:spMkLst>
            <pc:docMk/>
            <pc:sldMk cId="2435559898" sldId="300"/>
            <ac:spMk id="8" creationId="{F5E41CC8-ED5A-2579-75E0-60825CC2BE7D}"/>
          </ac:spMkLst>
        </pc:spChg>
        <pc:picChg chg="add mod">
          <ac:chgData name="Sindhu Jadhav" userId="aefe851164177edf" providerId="LiveId" clId="{D542CEFB-DE8F-464A-9F9B-A6935E9E0BDD}" dt="2026-06-09T08:40:30.708" v="5518" actId="1076"/>
          <ac:picMkLst>
            <pc:docMk/>
            <pc:sldMk cId="2435559898" sldId="300"/>
            <ac:picMk id="6" creationId="{8786BEC3-1005-2F6F-D01D-D104DD47A68B}"/>
          </ac:picMkLst>
        </pc:picChg>
      </pc:sldChg>
      <pc:sldChg chg="modSp new mod">
        <pc:chgData name="Sindhu Jadhav" userId="aefe851164177edf" providerId="LiveId" clId="{D542CEFB-DE8F-464A-9F9B-A6935E9E0BDD}" dt="2026-06-09T08:46:53.469" v="5660" actId="27636"/>
        <pc:sldMkLst>
          <pc:docMk/>
          <pc:sldMk cId="315121958" sldId="301"/>
        </pc:sldMkLst>
        <pc:spChg chg="mod">
          <ac:chgData name="Sindhu Jadhav" userId="aefe851164177edf" providerId="LiveId" clId="{D542CEFB-DE8F-464A-9F9B-A6935E9E0BDD}" dt="2026-06-09T08:40:52.422" v="5536" actId="20577"/>
          <ac:spMkLst>
            <pc:docMk/>
            <pc:sldMk cId="315121958" sldId="301"/>
            <ac:spMk id="2" creationId="{A0575B9A-F7E6-59E5-73BE-BC7918DAA6EC}"/>
          </ac:spMkLst>
        </pc:spChg>
        <pc:spChg chg="mod">
          <ac:chgData name="Sindhu Jadhav" userId="aefe851164177edf" providerId="LiveId" clId="{D542CEFB-DE8F-464A-9F9B-A6935E9E0BDD}" dt="2026-06-09T08:46:53.469" v="5660" actId="27636"/>
          <ac:spMkLst>
            <pc:docMk/>
            <pc:sldMk cId="315121958" sldId="301"/>
            <ac:spMk id="3" creationId="{A6243047-6CDD-96F3-31CF-89E12FF5834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CAC600-6AAC-496F-B697-17AD3F0584CE}"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50D5E1-E002-4B36-AE3F-AFCB39A934D0}" type="slidenum">
              <a:rPr lang="en-IN" smtClean="0"/>
              <a:t>‹#›</a:t>
            </a:fld>
            <a:endParaRPr lang="en-IN"/>
          </a:p>
        </p:txBody>
      </p:sp>
    </p:spTree>
    <p:extLst>
      <p:ext uri="{BB962C8B-B14F-4D97-AF65-F5344CB8AC3E}">
        <p14:creationId xmlns:p14="http://schemas.microsoft.com/office/powerpoint/2010/main" val="54212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AC600-6AAC-496F-B697-17AD3F0584CE}"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50D5E1-E002-4B36-AE3F-AFCB39A934D0}" type="slidenum">
              <a:rPr lang="en-IN" smtClean="0"/>
              <a:t>‹#›</a:t>
            </a:fld>
            <a:endParaRPr lang="en-IN"/>
          </a:p>
        </p:txBody>
      </p:sp>
    </p:spTree>
    <p:extLst>
      <p:ext uri="{BB962C8B-B14F-4D97-AF65-F5344CB8AC3E}">
        <p14:creationId xmlns:p14="http://schemas.microsoft.com/office/powerpoint/2010/main" val="243611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CAC600-6AAC-496F-B697-17AD3F0584CE}"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50D5E1-E002-4B36-AE3F-AFCB39A934D0}" type="slidenum">
              <a:rPr lang="en-IN" smtClean="0"/>
              <a:t>‹#›</a:t>
            </a:fld>
            <a:endParaRPr lang="en-IN"/>
          </a:p>
        </p:txBody>
      </p:sp>
    </p:spTree>
    <p:extLst>
      <p:ext uri="{BB962C8B-B14F-4D97-AF65-F5344CB8AC3E}">
        <p14:creationId xmlns:p14="http://schemas.microsoft.com/office/powerpoint/2010/main" val="4286946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CAC600-6AAC-496F-B697-17AD3F0584CE}" type="datetimeFigureOut">
              <a:rPr lang="en-IN" smtClean="0"/>
              <a:t>09-06-2026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50D5E1-E002-4B36-AE3F-AFCB39A934D0}" type="slidenum">
              <a:rPr lang="en-IN" smtClean="0"/>
              <a:t>‹#›</a:t>
            </a:fld>
            <a:endParaRPr lang="en-IN"/>
          </a:p>
        </p:txBody>
      </p:sp>
    </p:spTree>
    <p:extLst>
      <p:ext uri="{BB962C8B-B14F-4D97-AF65-F5344CB8AC3E}">
        <p14:creationId xmlns:p14="http://schemas.microsoft.com/office/powerpoint/2010/main" val="19890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CAC600-6AAC-496F-B697-17AD3F0584CE}" type="datetimeFigureOut">
              <a:rPr lang="en-IN" smtClean="0"/>
              <a:t>09-06-2026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E50D5E1-E002-4B36-AE3F-AFCB39A934D0}" type="slidenum">
              <a:rPr lang="en-IN" smtClean="0"/>
              <a:t>‹#›</a:t>
            </a:fld>
            <a:endParaRPr lang="en-IN"/>
          </a:p>
        </p:txBody>
      </p:sp>
    </p:spTree>
    <p:extLst>
      <p:ext uri="{BB962C8B-B14F-4D97-AF65-F5344CB8AC3E}">
        <p14:creationId xmlns:p14="http://schemas.microsoft.com/office/powerpoint/2010/main" val="2651663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CAC600-6AAC-496F-B697-17AD3F0584CE}" type="datetimeFigureOut">
              <a:rPr lang="en-IN" smtClean="0"/>
              <a:t>09-06-2026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E50D5E1-E002-4B36-AE3F-AFCB39A934D0}" type="slidenum">
              <a:rPr lang="en-IN" smtClean="0"/>
              <a:t>‹#›</a:t>
            </a:fld>
            <a:endParaRPr lang="en-IN"/>
          </a:p>
        </p:txBody>
      </p:sp>
    </p:spTree>
    <p:extLst>
      <p:ext uri="{BB962C8B-B14F-4D97-AF65-F5344CB8AC3E}">
        <p14:creationId xmlns:p14="http://schemas.microsoft.com/office/powerpoint/2010/main" val="2180208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AC600-6AAC-496F-B697-17AD3F0584CE}" type="datetimeFigureOut">
              <a:rPr lang="en-IN" smtClean="0"/>
              <a:t>09-06-2026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E50D5E1-E002-4B36-AE3F-AFCB39A934D0}" type="slidenum">
              <a:rPr lang="en-IN" smtClean="0"/>
              <a:t>‹#›</a:t>
            </a:fld>
            <a:endParaRPr lang="en-IN"/>
          </a:p>
        </p:txBody>
      </p:sp>
    </p:spTree>
    <p:extLst>
      <p:ext uri="{BB962C8B-B14F-4D97-AF65-F5344CB8AC3E}">
        <p14:creationId xmlns:p14="http://schemas.microsoft.com/office/powerpoint/2010/main" val="2469971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CAC600-6AAC-496F-B697-17AD3F0584CE}" type="datetimeFigureOut">
              <a:rPr lang="en-IN" smtClean="0"/>
              <a:t>09-06-2026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50D5E1-E002-4B36-AE3F-AFCB39A934D0}" type="slidenum">
              <a:rPr lang="en-IN" smtClean="0"/>
              <a:t>‹#›</a:t>
            </a:fld>
            <a:endParaRPr lang="en-IN"/>
          </a:p>
        </p:txBody>
      </p:sp>
    </p:spTree>
    <p:extLst>
      <p:ext uri="{BB962C8B-B14F-4D97-AF65-F5344CB8AC3E}">
        <p14:creationId xmlns:p14="http://schemas.microsoft.com/office/powerpoint/2010/main" val="346302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CAC600-6AAC-496F-B697-17AD3F0584CE}" type="datetimeFigureOut">
              <a:rPr lang="en-IN" smtClean="0"/>
              <a:t>09-06-2026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50D5E1-E002-4B36-AE3F-AFCB39A934D0}" type="slidenum">
              <a:rPr lang="en-IN" smtClean="0"/>
              <a:t>‹#›</a:t>
            </a:fld>
            <a:endParaRPr lang="en-IN"/>
          </a:p>
        </p:txBody>
      </p:sp>
    </p:spTree>
    <p:extLst>
      <p:ext uri="{BB962C8B-B14F-4D97-AF65-F5344CB8AC3E}">
        <p14:creationId xmlns:p14="http://schemas.microsoft.com/office/powerpoint/2010/main" val="314138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AC600-6AAC-496F-B697-17AD3F0584CE}"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50D5E1-E002-4B36-AE3F-AFCB39A934D0}" type="slidenum">
              <a:rPr lang="en-IN" smtClean="0"/>
              <a:t>‹#›</a:t>
            </a:fld>
            <a:endParaRPr lang="en-IN"/>
          </a:p>
        </p:txBody>
      </p:sp>
    </p:spTree>
    <p:extLst>
      <p:ext uri="{BB962C8B-B14F-4D97-AF65-F5344CB8AC3E}">
        <p14:creationId xmlns:p14="http://schemas.microsoft.com/office/powerpoint/2010/main" val="572126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AC600-6AAC-496F-B697-17AD3F0584CE}"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50D5E1-E002-4B36-AE3F-AFCB39A934D0}" type="slidenum">
              <a:rPr lang="en-IN" smtClean="0"/>
              <a:t>‹#›</a:t>
            </a:fld>
            <a:endParaRPr lang="en-IN"/>
          </a:p>
        </p:txBody>
      </p:sp>
    </p:spTree>
    <p:extLst>
      <p:ext uri="{BB962C8B-B14F-4D97-AF65-F5344CB8AC3E}">
        <p14:creationId xmlns:p14="http://schemas.microsoft.com/office/powerpoint/2010/main" val="3626845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CAC600-6AAC-496F-B697-17AD3F0584CE}" type="datetimeFigureOut">
              <a:rPr lang="en-IN" smtClean="0"/>
              <a:t>09-06-2026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50D5E1-E002-4B36-AE3F-AFCB39A934D0}" type="slidenum">
              <a:rPr lang="en-IN" smtClean="0"/>
              <a:t>‹#›</a:t>
            </a:fld>
            <a:endParaRPr lang="en-IN"/>
          </a:p>
        </p:txBody>
      </p:sp>
    </p:spTree>
    <p:extLst>
      <p:ext uri="{BB962C8B-B14F-4D97-AF65-F5344CB8AC3E}">
        <p14:creationId xmlns:p14="http://schemas.microsoft.com/office/powerpoint/2010/main" val="1545796351"/>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3AF61-23D9-5D1E-C74A-63C4C1B0131C}"/>
              </a:ext>
            </a:extLst>
          </p:cNvPr>
          <p:cNvSpPr>
            <a:spLocks noGrp="1"/>
          </p:cNvSpPr>
          <p:nvPr>
            <p:ph type="ctrTitle"/>
          </p:nvPr>
        </p:nvSpPr>
        <p:spPr/>
        <p:txBody>
          <a:bodyPr/>
          <a:lstStyle/>
          <a:p>
            <a:r>
              <a:rPr lang="en-IN" b="1" dirty="0">
                <a:effectLst>
                  <a:outerShdw blurRad="38100" dist="38100" dir="2700000" algn="tl">
                    <a:srgbClr val="000000">
                      <a:alpha val="43137"/>
                    </a:srgbClr>
                  </a:outerShdw>
                </a:effectLst>
              </a:rPr>
              <a:t>FINAL PRESENTATION</a:t>
            </a:r>
          </a:p>
        </p:txBody>
      </p:sp>
      <p:sp>
        <p:nvSpPr>
          <p:cNvPr id="3" name="Subtitle 2">
            <a:extLst>
              <a:ext uri="{FF2B5EF4-FFF2-40B4-BE49-F238E27FC236}">
                <a16:creationId xmlns:a16="http://schemas.microsoft.com/office/drawing/2014/main" id="{B85CC0E3-8D61-D44D-D2A6-73BBD157B913}"/>
              </a:ext>
            </a:extLst>
          </p:cNvPr>
          <p:cNvSpPr>
            <a:spLocks noGrp="1"/>
          </p:cNvSpPr>
          <p:nvPr>
            <p:ph type="subTitle" idx="1"/>
          </p:nvPr>
        </p:nvSpPr>
        <p:spPr/>
        <p:txBody>
          <a:bodyPr/>
          <a:lstStyle/>
          <a:p>
            <a:r>
              <a:rPr lang="en-IN" dirty="0">
                <a:effectLst>
                  <a:outerShdw blurRad="38100" dist="38100" dir="2700000" algn="tl">
                    <a:srgbClr val="000000">
                      <a:alpha val="43137"/>
                    </a:srgbClr>
                  </a:outerShdw>
                </a:effectLst>
              </a:rPr>
              <a:t>GROUP 4</a:t>
            </a:r>
          </a:p>
        </p:txBody>
      </p:sp>
    </p:spTree>
    <p:extLst>
      <p:ext uri="{BB962C8B-B14F-4D97-AF65-F5344CB8AC3E}">
        <p14:creationId xmlns:p14="http://schemas.microsoft.com/office/powerpoint/2010/main" val="3939538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C5F39-915A-C170-B51D-8C50E7C635DE}"/>
              </a:ext>
            </a:extLst>
          </p:cNvPr>
          <p:cNvSpPr>
            <a:spLocks noGrp="1"/>
          </p:cNvSpPr>
          <p:nvPr>
            <p:ph type="title"/>
          </p:nvPr>
        </p:nvSpPr>
        <p:spPr/>
        <p:txBody>
          <a:bodyPr/>
          <a:lstStyle/>
          <a:p>
            <a:r>
              <a:rPr lang="en-IN" b="1" dirty="0">
                <a:effectLst>
                  <a:outerShdw blurRad="38100" dist="38100" dir="2700000" algn="tl">
                    <a:srgbClr val="000000">
                      <a:alpha val="43137"/>
                    </a:srgbClr>
                  </a:outerShdw>
                </a:effectLst>
              </a:rPr>
              <a:t>INTRODUCTION</a:t>
            </a:r>
          </a:p>
        </p:txBody>
      </p:sp>
      <p:sp>
        <p:nvSpPr>
          <p:cNvPr id="3" name="Content Placeholder 2">
            <a:extLst>
              <a:ext uri="{FF2B5EF4-FFF2-40B4-BE49-F238E27FC236}">
                <a16:creationId xmlns:a16="http://schemas.microsoft.com/office/drawing/2014/main" id="{E8B5E94D-D697-3A5B-3AD1-94FBD7F74132}"/>
              </a:ext>
            </a:extLst>
          </p:cNvPr>
          <p:cNvSpPr>
            <a:spLocks noGrp="1"/>
          </p:cNvSpPr>
          <p:nvPr>
            <p:ph idx="1"/>
          </p:nvPr>
        </p:nvSpPr>
        <p:spPr/>
        <p:txBody>
          <a:bodyPr/>
          <a:lstStyle/>
          <a:p>
            <a:r>
              <a:rPr lang="en-IN" dirty="0"/>
              <a:t>Employee Retention </a:t>
            </a:r>
          </a:p>
          <a:p>
            <a:r>
              <a:rPr lang="en-IN" dirty="0"/>
              <a:t>Tools used : Excel, MySQL, Tableau, Power BI </a:t>
            </a:r>
          </a:p>
          <a:p>
            <a:r>
              <a:rPr lang="en-IN" dirty="0"/>
              <a:t>KPI allotment </a:t>
            </a:r>
          </a:p>
          <a:p>
            <a:endParaRPr lang="en-IN" dirty="0"/>
          </a:p>
        </p:txBody>
      </p:sp>
      <p:pic>
        <p:nvPicPr>
          <p:cNvPr id="6" name="Picture 5">
            <a:extLst>
              <a:ext uri="{FF2B5EF4-FFF2-40B4-BE49-F238E27FC236}">
                <a16:creationId xmlns:a16="http://schemas.microsoft.com/office/drawing/2014/main" id="{8786BEC3-1005-2F6F-D01D-D104DD47A6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218" y="3429000"/>
            <a:ext cx="7886700" cy="2066925"/>
          </a:xfrm>
          <a:prstGeom prst="rect">
            <a:avLst/>
          </a:prstGeom>
        </p:spPr>
      </p:pic>
    </p:spTree>
    <p:extLst>
      <p:ext uri="{BB962C8B-B14F-4D97-AF65-F5344CB8AC3E}">
        <p14:creationId xmlns:p14="http://schemas.microsoft.com/office/powerpoint/2010/main" val="2435559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75B9A-F7E6-59E5-73BE-BC7918DAA6EC}"/>
              </a:ext>
            </a:extLst>
          </p:cNvPr>
          <p:cNvSpPr>
            <a:spLocks noGrp="1"/>
          </p:cNvSpPr>
          <p:nvPr>
            <p:ph type="title"/>
          </p:nvPr>
        </p:nvSpPr>
        <p:spPr/>
        <p:txBody>
          <a:bodyPr/>
          <a:lstStyle/>
          <a:p>
            <a:r>
              <a:rPr lang="en-IN" b="1" dirty="0">
                <a:effectLst>
                  <a:outerShdw blurRad="38100" dist="38100" dir="2700000" algn="tl">
                    <a:srgbClr val="000000">
                      <a:alpha val="43137"/>
                    </a:srgbClr>
                  </a:outerShdw>
                </a:effectLst>
              </a:rPr>
              <a:t>OBJECTIVES</a:t>
            </a:r>
          </a:p>
        </p:txBody>
      </p:sp>
      <p:sp>
        <p:nvSpPr>
          <p:cNvPr id="3" name="Content Placeholder 2">
            <a:extLst>
              <a:ext uri="{FF2B5EF4-FFF2-40B4-BE49-F238E27FC236}">
                <a16:creationId xmlns:a16="http://schemas.microsoft.com/office/drawing/2014/main" id="{A6243047-6CDD-96F3-31CF-89E12FF58341}"/>
              </a:ext>
            </a:extLst>
          </p:cNvPr>
          <p:cNvSpPr>
            <a:spLocks noGrp="1"/>
          </p:cNvSpPr>
          <p:nvPr>
            <p:ph idx="1"/>
          </p:nvPr>
        </p:nvSpPr>
        <p:spPr/>
        <p:txBody>
          <a:bodyPr>
            <a:normAutofit/>
          </a:bodyPr>
          <a:lstStyle/>
          <a:p>
            <a:r>
              <a:rPr lang="en-US" dirty="0">
                <a:latin typeface="Calibri" pitchFamily="34" charset="0"/>
                <a:ea typeface="Calibri" pitchFamily="34" charset="-122"/>
                <a:cs typeface="Calibri" pitchFamily="34" charset="-120"/>
              </a:rPr>
              <a:t>Develop Analytical Dashboard – Bird View.</a:t>
            </a:r>
          </a:p>
          <a:p>
            <a:r>
              <a:rPr lang="en-US" dirty="0"/>
              <a:t>Identify attrition patterns across departments and income levels</a:t>
            </a:r>
          </a:p>
          <a:p>
            <a:r>
              <a:rPr lang="en-US" dirty="0"/>
              <a:t>Benchmark compensation for key roles against industry standards</a:t>
            </a:r>
          </a:p>
          <a:p>
            <a:r>
              <a:rPr lang="en-US" dirty="0"/>
              <a:t>Evaluate employee work-life balance and burnout risk across job roles</a:t>
            </a:r>
          </a:p>
          <a:p>
            <a:r>
              <a:rPr lang="en-US" dirty="0"/>
              <a:t>Assess career stagnation through promotion history and tenure data</a:t>
            </a:r>
          </a:p>
          <a:p>
            <a:r>
              <a:rPr lang="en-US" dirty="0"/>
              <a:t>Which departments are losing talent the </a:t>
            </a:r>
            <a:r>
              <a:rPr lang="en-US"/>
              <a:t>fastest?</a:t>
            </a:r>
            <a:endParaRPr lang="en-US" dirty="0"/>
          </a:p>
        </p:txBody>
      </p:sp>
    </p:spTree>
    <p:extLst>
      <p:ext uri="{BB962C8B-B14F-4D97-AF65-F5344CB8AC3E}">
        <p14:creationId xmlns:p14="http://schemas.microsoft.com/office/powerpoint/2010/main" val="31512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62EE-A6D9-0D58-DD96-13F348E2D27A}"/>
              </a:ext>
            </a:extLst>
          </p:cNvPr>
          <p:cNvSpPr>
            <a:spLocks noGrp="1"/>
          </p:cNvSpPr>
          <p:nvPr>
            <p:ph type="title"/>
          </p:nvPr>
        </p:nvSpPr>
        <p:spPr/>
        <p:txBody>
          <a:bodyPr/>
          <a:lstStyle/>
          <a:p>
            <a:pPr algn="ctr"/>
            <a:r>
              <a:rPr lang="en-IN" b="1" dirty="0">
                <a:effectLst>
                  <a:outerShdw blurRad="38100" dist="38100" dir="2700000" algn="tl">
                    <a:srgbClr val="000000">
                      <a:alpha val="43137"/>
                    </a:srgbClr>
                  </a:outerShdw>
                </a:effectLst>
              </a:rPr>
              <a:t>WEEK 1- EXCEL DASHBOARD </a:t>
            </a:r>
          </a:p>
        </p:txBody>
      </p:sp>
      <p:sp>
        <p:nvSpPr>
          <p:cNvPr id="3" name="Content Placeholder 2">
            <a:extLst>
              <a:ext uri="{FF2B5EF4-FFF2-40B4-BE49-F238E27FC236}">
                <a16:creationId xmlns:a16="http://schemas.microsoft.com/office/drawing/2014/main" id="{8CBAE764-1636-2B6D-01DB-EDBFFF7E8859}"/>
              </a:ext>
            </a:extLst>
          </p:cNvPr>
          <p:cNvSpPr>
            <a:spLocks noGrp="1"/>
          </p:cNvSpPr>
          <p:nvPr>
            <p:ph idx="1"/>
          </p:nvPr>
        </p:nvSpPr>
        <p:spPr/>
        <p:txBody>
          <a:bodyPr/>
          <a:lstStyle/>
          <a:p>
            <a:r>
              <a:rPr lang="en-IN" dirty="0"/>
              <a:t>Presented by : Dhanashree </a:t>
            </a:r>
          </a:p>
          <a:p>
            <a:r>
              <a:rPr lang="en-IN" dirty="0"/>
              <a:t>Presentation Date : 19/05/2026, Presented on : 26/05/2026</a:t>
            </a:r>
          </a:p>
          <a:p>
            <a:r>
              <a:rPr lang="en-IN" dirty="0"/>
              <a:t>KPI Contributors : Dhanashree, Dhiraj, </a:t>
            </a:r>
            <a:r>
              <a:rPr lang="en-IN" dirty="0" err="1"/>
              <a:t>Netilda,Prajwal,Sindhu</a:t>
            </a:r>
            <a:r>
              <a:rPr lang="en-IN" dirty="0"/>
              <a:t>, Vipul</a:t>
            </a:r>
          </a:p>
          <a:p>
            <a:pPr marL="0" indent="0">
              <a:buNone/>
            </a:pPr>
            <a:endParaRPr lang="en-IN" dirty="0"/>
          </a:p>
        </p:txBody>
      </p:sp>
    </p:spTree>
    <p:extLst>
      <p:ext uri="{BB962C8B-B14F-4D97-AF65-F5344CB8AC3E}">
        <p14:creationId xmlns:p14="http://schemas.microsoft.com/office/powerpoint/2010/main" val="1168375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5000" t="2000" r="4000" b="2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6848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95AFB-B3F7-94FE-6AE6-FBADF22A966E}"/>
              </a:ext>
            </a:extLst>
          </p:cNvPr>
          <p:cNvSpPr>
            <a:spLocks noGrp="1"/>
          </p:cNvSpPr>
          <p:nvPr>
            <p:ph type="title"/>
          </p:nvPr>
        </p:nvSpPr>
        <p:spPr/>
        <p:txBody>
          <a:bodyPr/>
          <a:lstStyle/>
          <a:p>
            <a:r>
              <a:rPr lang="en-IN" dirty="0"/>
              <a:t>Challenges</a:t>
            </a:r>
          </a:p>
        </p:txBody>
      </p:sp>
      <p:sp>
        <p:nvSpPr>
          <p:cNvPr id="3" name="Content Placeholder 2">
            <a:extLst>
              <a:ext uri="{FF2B5EF4-FFF2-40B4-BE49-F238E27FC236}">
                <a16:creationId xmlns:a16="http://schemas.microsoft.com/office/drawing/2014/main" id="{FAD4005A-8E4B-8FEF-DDF5-FD3876305DAE}"/>
              </a:ext>
            </a:extLst>
          </p:cNvPr>
          <p:cNvSpPr>
            <a:spLocks noGrp="1"/>
          </p:cNvSpPr>
          <p:nvPr>
            <p:ph idx="1"/>
          </p:nvPr>
        </p:nvSpPr>
        <p:spPr/>
        <p:txBody>
          <a:bodyPr/>
          <a:lstStyle/>
          <a:p>
            <a:r>
              <a:rPr lang="en-IN" b="1" dirty="0"/>
              <a:t>Data Modelling Challenges</a:t>
            </a:r>
          </a:p>
          <a:p>
            <a:r>
              <a:rPr lang="en-IN" dirty="0"/>
              <a:t>Establishing relationships between HR_1 and HR_2 datasets. </a:t>
            </a:r>
          </a:p>
          <a:p>
            <a:r>
              <a:rPr lang="en-IN" dirty="0"/>
              <a:t>Selecting the correct primary key (Employee Number). </a:t>
            </a:r>
          </a:p>
          <a:p>
            <a:r>
              <a:rPr lang="en-IN" dirty="0"/>
              <a:t>Avoiding duplicate counts after merging. </a:t>
            </a:r>
          </a:p>
          <a:p>
            <a:r>
              <a:rPr lang="en-IN" dirty="0"/>
              <a:t>Creating calculated fields for KPIs. </a:t>
            </a:r>
          </a:p>
          <a:p>
            <a:r>
              <a:rPr lang="en-IN" dirty="0"/>
              <a:t>Maintaining consistency across Pivot Tables and Charts.</a:t>
            </a:r>
          </a:p>
          <a:p>
            <a:endParaRPr lang="en-IN" dirty="0"/>
          </a:p>
        </p:txBody>
      </p:sp>
    </p:spTree>
    <p:extLst>
      <p:ext uri="{BB962C8B-B14F-4D97-AF65-F5344CB8AC3E}">
        <p14:creationId xmlns:p14="http://schemas.microsoft.com/office/powerpoint/2010/main" val="2847585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1E0A-51B5-AFF9-E45A-E33FB1E08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B6C53-0DFF-741B-3178-4F81071580B5}"/>
              </a:ext>
            </a:extLst>
          </p:cNvPr>
          <p:cNvSpPr>
            <a:spLocks noGrp="1"/>
          </p:cNvSpPr>
          <p:nvPr>
            <p:ph type="title"/>
          </p:nvPr>
        </p:nvSpPr>
        <p:spPr/>
        <p:txBody>
          <a:bodyPr/>
          <a:lstStyle/>
          <a:p>
            <a:pPr algn="ctr"/>
            <a:r>
              <a:rPr lang="en-IN" b="1" dirty="0">
                <a:effectLst>
                  <a:outerShdw blurRad="38100" dist="38100" dir="2700000" algn="tl">
                    <a:srgbClr val="000000">
                      <a:alpha val="43137"/>
                    </a:srgbClr>
                  </a:outerShdw>
                </a:effectLst>
              </a:rPr>
              <a:t>WEEK 2- SQL, TABLEAU DASHBOARD </a:t>
            </a:r>
          </a:p>
        </p:txBody>
      </p:sp>
      <p:sp>
        <p:nvSpPr>
          <p:cNvPr id="3" name="Content Placeholder 2">
            <a:extLst>
              <a:ext uri="{FF2B5EF4-FFF2-40B4-BE49-F238E27FC236}">
                <a16:creationId xmlns:a16="http://schemas.microsoft.com/office/drawing/2014/main" id="{F0AF581A-F22D-AABA-63BE-F3FC9FF80CD9}"/>
              </a:ext>
            </a:extLst>
          </p:cNvPr>
          <p:cNvSpPr>
            <a:spLocks noGrp="1"/>
          </p:cNvSpPr>
          <p:nvPr>
            <p:ph sz="half" idx="1"/>
          </p:nvPr>
        </p:nvSpPr>
        <p:spPr/>
        <p:txBody>
          <a:bodyPr/>
          <a:lstStyle/>
          <a:p>
            <a:r>
              <a:rPr lang="en-IN" dirty="0"/>
              <a:t>SQL DASHBOARD</a:t>
            </a:r>
          </a:p>
          <a:p>
            <a:r>
              <a:rPr lang="en-IN" dirty="0"/>
              <a:t>Made &amp; Presented by : Vipul</a:t>
            </a:r>
          </a:p>
          <a:p>
            <a:r>
              <a:rPr lang="en-IN" dirty="0"/>
              <a:t>Presentation Date : 26/05/2026,                    Presented on : 26/05/2026</a:t>
            </a:r>
          </a:p>
          <a:p>
            <a:r>
              <a:rPr lang="en-IN" dirty="0"/>
              <a:t>KPI Contributors : Dhanashree, </a:t>
            </a:r>
            <a:r>
              <a:rPr lang="en-IN" dirty="0" err="1"/>
              <a:t>Netilda</a:t>
            </a:r>
            <a:r>
              <a:rPr lang="en-IN" dirty="0"/>
              <a:t>, Prajwal, Sindhu, Vipul</a:t>
            </a:r>
          </a:p>
          <a:p>
            <a:pPr marL="0" indent="0">
              <a:buNone/>
            </a:pPr>
            <a:endParaRPr lang="en-IN" dirty="0"/>
          </a:p>
        </p:txBody>
      </p:sp>
      <p:sp>
        <p:nvSpPr>
          <p:cNvPr id="4" name="Content Placeholder 3">
            <a:extLst>
              <a:ext uri="{FF2B5EF4-FFF2-40B4-BE49-F238E27FC236}">
                <a16:creationId xmlns:a16="http://schemas.microsoft.com/office/drawing/2014/main" id="{D5F7DFF5-410C-37D7-2E08-8AE69125904F}"/>
              </a:ext>
            </a:extLst>
          </p:cNvPr>
          <p:cNvSpPr>
            <a:spLocks noGrp="1"/>
          </p:cNvSpPr>
          <p:nvPr>
            <p:ph sz="half" idx="2"/>
          </p:nvPr>
        </p:nvSpPr>
        <p:spPr/>
        <p:txBody>
          <a:bodyPr/>
          <a:lstStyle/>
          <a:p>
            <a:r>
              <a:rPr lang="en-IN" dirty="0"/>
              <a:t>TABLEAU DASHBOARD</a:t>
            </a:r>
          </a:p>
          <a:p>
            <a:r>
              <a:rPr lang="en-IN" dirty="0"/>
              <a:t>Made &amp; Presented by : Sindhu </a:t>
            </a:r>
          </a:p>
          <a:p>
            <a:r>
              <a:rPr lang="en-IN" dirty="0"/>
              <a:t>Presentation Date : 26/05/2026,                    Presented on : 26/05/2026</a:t>
            </a:r>
          </a:p>
          <a:p>
            <a:r>
              <a:rPr lang="en-IN" dirty="0"/>
              <a:t>KPI Contributors : Dhanashree, </a:t>
            </a:r>
            <a:r>
              <a:rPr lang="en-IN" dirty="0" err="1"/>
              <a:t>Netilda</a:t>
            </a:r>
            <a:r>
              <a:rPr lang="en-IN" dirty="0"/>
              <a:t>, </a:t>
            </a:r>
            <a:r>
              <a:rPr lang="en-IN" dirty="0" err="1"/>
              <a:t>Dhiraj,Prajwal</a:t>
            </a:r>
            <a:r>
              <a:rPr lang="en-IN" dirty="0"/>
              <a:t>, Sindhu, Vipul</a:t>
            </a:r>
          </a:p>
          <a:p>
            <a:endParaRPr lang="en-IN" dirty="0"/>
          </a:p>
        </p:txBody>
      </p:sp>
    </p:spTree>
    <p:extLst>
      <p:ext uri="{BB962C8B-B14F-4D97-AF65-F5344CB8AC3E}">
        <p14:creationId xmlns:p14="http://schemas.microsoft.com/office/powerpoint/2010/main" val="3650497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7EEFF0-3C31-EDCF-874B-5D8B49C5ECD7}"/>
              </a:ext>
            </a:extLst>
          </p:cNvPr>
          <p:cNvSpPr>
            <a:spLocks noGrp="1"/>
          </p:cNvSpPr>
          <p:nvPr>
            <p:ph type="subTitle" idx="1"/>
          </p:nvPr>
        </p:nvSpPr>
        <p:spPr>
          <a:xfrm>
            <a:off x="1182756" y="4397169"/>
            <a:ext cx="9422296" cy="1655762"/>
          </a:xfrm>
        </p:spPr>
        <p:txBody>
          <a:bodyPr>
            <a:normAutofit/>
          </a:bodyPr>
          <a:lstStyle/>
          <a:p>
            <a:pPr algn="l"/>
            <a:r>
              <a:rPr lang="en-US" sz="1400" dirty="0"/>
              <a:t>Q) Which department are bleeding talent the fastest?</a:t>
            </a:r>
          </a:p>
          <a:p>
            <a:pPr algn="l"/>
            <a:r>
              <a:rPr lang="en-US" sz="1400" dirty="0"/>
              <a:t>What it Means :- Instead of guessing why the whole company is losing staff, this tells us exactly which manager or department is losing the most people.</a:t>
            </a:r>
          </a:p>
          <a:p>
            <a:pPr algn="l"/>
            <a:r>
              <a:rPr lang="en-US" sz="1400" dirty="0"/>
              <a:t>That way, we know exactly where the problem is.</a:t>
            </a:r>
          </a:p>
        </p:txBody>
      </p:sp>
      <p:pic>
        <p:nvPicPr>
          <p:cNvPr id="5" name="Picture 4">
            <a:extLst>
              <a:ext uri="{FF2B5EF4-FFF2-40B4-BE49-F238E27FC236}">
                <a16:creationId xmlns:a16="http://schemas.microsoft.com/office/drawing/2014/main" id="{EE87B1FF-1F91-922A-A17D-04ABB82EAB6B}"/>
              </a:ext>
            </a:extLst>
          </p:cNvPr>
          <p:cNvPicPr>
            <a:picLocks noChangeAspect="1"/>
          </p:cNvPicPr>
          <p:nvPr/>
        </p:nvPicPr>
        <p:blipFill>
          <a:blip r:embed="rId2"/>
          <a:stretch>
            <a:fillRect/>
          </a:stretch>
        </p:blipFill>
        <p:spPr>
          <a:xfrm>
            <a:off x="1928041" y="456441"/>
            <a:ext cx="8097380" cy="3724795"/>
          </a:xfrm>
          <a:prstGeom prst="rect">
            <a:avLst/>
          </a:prstGeom>
        </p:spPr>
      </p:pic>
    </p:spTree>
    <p:extLst>
      <p:ext uri="{BB962C8B-B14F-4D97-AF65-F5344CB8AC3E}">
        <p14:creationId xmlns:p14="http://schemas.microsoft.com/office/powerpoint/2010/main" val="3494789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728E20-E561-5943-9E63-B25B87A263B8}"/>
              </a:ext>
            </a:extLst>
          </p:cNvPr>
          <p:cNvSpPr>
            <a:spLocks noGrp="1"/>
          </p:cNvSpPr>
          <p:nvPr>
            <p:ph idx="1"/>
          </p:nvPr>
        </p:nvSpPr>
        <p:spPr>
          <a:xfrm>
            <a:off x="838200" y="3677478"/>
            <a:ext cx="10515600" cy="1941259"/>
          </a:xfrm>
        </p:spPr>
        <p:txBody>
          <a:bodyPr>
            <a:normAutofit/>
          </a:bodyPr>
          <a:lstStyle/>
          <a:p>
            <a:pPr marL="0" indent="0">
              <a:buNone/>
            </a:pPr>
            <a:r>
              <a:rPr lang="en-US" sz="1400" dirty="0"/>
              <a:t>Q) What is the standard market pay for a specific, highly skilled role?</a:t>
            </a:r>
          </a:p>
          <a:p>
            <a:pPr marL="0" indent="0">
              <a:buNone/>
            </a:pPr>
            <a:r>
              <a:rPr lang="en-US" sz="1400" dirty="0"/>
              <a:t>What it Mean:- By finding the baseline ($65.80 for Male Research Scientists), the company can check if they are underpaying (which causes people to quit) or overpaying (which hurts the budget) compared to the internal average.</a:t>
            </a:r>
          </a:p>
          <a:p>
            <a:pPr marL="0" indent="0">
              <a:buNone/>
            </a:pPr>
            <a:r>
              <a:rPr lang="en-US" sz="1400" dirty="0"/>
              <a:t>This check the average paycheck for a specific role (like a scientist). It makes sure we are paying enough to keep them happy, but not so much that we are wasting company money.</a:t>
            </a:r>
          </a:p>
        </p:txBody>
      </p:sp>
      <p:pic>
        <p:nvPicPr>
          <p:cNvPr id="5" name="Picture 4">
            <a:extLst>
              <a:ext uri="{FF2B5EF4-FFF2-40B4-BE49-F238E27FC236}">
                <a16:creationId xmlns:a16="http://schemas.microsoft.com/office/drawing/2014/main" id="{5824FE12-BF43-576D-6C20-D9329B2BF9B4}"/>
              </a:ext>
            </a:extLst>
          </p:cNvPr>
          <p:cNvPicPr>
            <a:picLocks noChangeAspect="1"/>
          </p:cNvPicPr>
          <p:nvPr/>
        </p:nvPicPr>
        <p:blipFill>
          <a:blip r:embed="rId2"/>
          <a:stretch>
            <a:fillRect/>
          </a:stretch>
        </p:blipFill>
        <p:spPr>
          <a:xfrm>
            <a:off x="1722783" y="522645"/>
            <a:ext cx="8202170" cy="2791215"/>
          </a:xfrm>
          <a:prstGeom prst="rect">
            <a:avLst/>
          </a:prstGeom>
        </p:spPr>
      </p:pic>
    </p:spTree>
    <p:extLst>
      <p:ext uri="{BB962C8B-B14F-4D97-AF65-F5344CB8AC3E}">
        <p14:creationId xmlns:p14="http://schemas.microsoft.com/office/powerpoint/2010/main" val="210953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56E2DF-0BC9-381C-CDEB-3866AE164C16}"/>
              </a:ext>
            </a:extLst>
          </p:cNvPr>
          <p:cNvSpPr>
            <a:spLocks noGrp="1"/>
          </p:cNvSpPr>
          <p:nvPr>
            <p:ph idx="1"/>
          </p:nvPr>
        </p:nvSpPr>
        <p:spPr>
          <a:xfrm>
            <a:off x="838200" y="3338117"/>
            <a:ext cx="10243930" cy="2838846"/>
          </a:xfrm>
        </p:spPr>
        <p:txBody>
          <a:bodyPr>
            <a:normAutofit/>
          </a:bodyPr>
          <a:lstStyle/>
          <a:p>
            <a:pPr marL="0" indent="0">
              <a:buNone/>
            </a:pPr>
            <a:r>
              <a:rPr lang="en-US" sz="1400" dirty="0"/>
              <a:t>Q) How long do people typically build their careers in different area of our company ?</a:t>
            </a:r>
          </a:p>
          <a:p>
            <a:pPr marL="0" indent="0">
              <a:buNone/>
            </a:pPr>
            <a:r>
              <a:rPr lang="en-US" sz="1400" dirty="0"/>
              <a:t>What it Mean:- It help measure departmental health over time. If Sales employees only last 9 years but R&amp;D is stays for 11, HR can investigate what R&amp;D is doing right to keep people engaged for the long haul.</a:t>
            </a:r>
          </a:p>
          <a:p>
            <a:pPr marL="0" indent="0">
              <a:buNone/>
            </a:pPr>
            <a:r>
              <a:rPr lang="en-US" sz="1400" dirty="0"/>
              <a:t>This simply counts the average number of years people stay in different departments. If people in one department stay for 10 years but another group leaves after 2 years, we need to figure out why the second group is so happy.</a:t>
            </a:r>
          </a:p>
        </p:txBody>
      </p:sp>
      <p:pic>
        <p:nvPicPr>
          <p:cNvPr id="5" name="Picture 4">
            <a:extLst>
              <a:ext uri="{FF2B5EF4-FFF2-40B4-BE49-F238E27FC236}">
                <a16:creationId xmlns:a16="http://schemas.microsoft.com/office/drawing/2014/main" id="{9D79C8D6-81D1-4DBA-064A-3B1BAD861510}"/>
              </a:ext>
            </a:extLst>
          </p:cNvPr>
          <p:cNvPicPr>
            <a:picLocks noChangeAspect="1"/>
          </p:cNvPicPr>
          <p:nvPr/>
        </p:nvPicPr>
        <p:blipFill>
          <a:blip r:embed="rId2"/>
          <a:stretch>
            <a:fillRect/>
          </a:stretch>
        </p:blipFill>
        <p:spPr>
          <a:xfrm>
            <a:off x="2428461" y="270230"/>
            <a:ext cx="6687483" cy="2838846"/>
          </a:xfrm>
          <a:prstGeom prst="rect">
            <a:avLst/>
          </a:prstGeom>
        </p:spPr>
      </p:pic>
    </p:spTree>
    <p:extLst>
      <p:ext uri="{BB962C8B-B14F-4D97-AF65-F5344CB8AC3E}">
        <p14:creationId xmlns:p14="http://schemas.microsoft.com/office/powerpoint/2010/main" val="2304196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BCC949-19D1-5E60-3796-6372B08EC54D}"/>
              </a:ext>
            </a:extLst>
          </p:cNvPr>
          <p:cNvSpPr>
            <a:spLocks noGrp="1"/>
          </p:cNvSpPr>
          <p:nvPr>
            <p:ph idx="1"/>
          </p:nvPr>
        </p:nvSpPr>
        <p:spPr>
          <a:xfrm>
            <a:off x="1232452" y="4154557"/>
            <a:ext cx="10121347" cy="2022406"/>
          </a:xfrm>
        </p:spPr>
        <p:txBody>
          <a:bodyPr>
            <a:normAutofit/>
          </a:bodyPr>
          <a:lstStyle/>
          <a:p>
            <a:pPr marL="0" indent="0">
              <a:buNone/>
            </a:pPr>
            <a:r>
              <a:rPr lang="en-US" sz="1400" dirty="0"/>
              <a:t>Q) Work life Balance Index :- Are the day to day demands of certain jobs causing burnout?</a:t>
            </a:r>
          </a:p>
          <a:p>
            <a:pPr marL="0" indent="0">
              <a:buNone/>
            </a:pPr>
            <a:r>
              <a:rPr lang="en-US" sz="1400" dirty="0"/>
              <a:t>What It Mean:- It shift the focus from money to well being by seeing that lab technicians score lower on balance due to shift work, management can intervene with flexible scheduling before those employees get </a:t>
            </a:r>
            <a:r>
              <a:rPr lang="en-US" sz="1400"/>
              <a:t>too exhausted and quit.</a:t>
            </a:r>
            <a:endParaRPr lang="en-US" sz="1400" dirty="0"/>
          </a:p>
        </p:txBody>
      </p:sp>
      <p:pic>
        <p:nvPicPr>
          <p:cNvPr id="5" name="Picture 4">
            <a:extLst>
              <a:ext uri="{FF2B5EF4-FFF2-40B4-BE49-F238E27FC236}">
                <a16:creationId xmlns:a16="http://schemas.microsoft.com/office/drawing/2014/main" id="{4DB965CC-08AB-14F1-9645-95B040CEC590}"/>
              </a:ext>
            </a:extLst>
          </p:cNvPr>
          <p:cNvPicPr>
            <a:picLocks noChangeAspect="1"/>
          </p:cNvPicPr>
          <p:nvPr/>
        </p:nvPicPr>
        <p:blipFill>
          <a:blip r:embed="rId2"/>
          <a:stretch>
            <a:fillRect/>
          </a:stretch>
        </p:blipFill>
        <p:spPr>
          <a:xfrm>
            <a:off x="2899725" y="513943"/>
            <a:ext cx="6154009" cy="2915057"/>
          </a:xfrm>
          <a:prstGeom prst="rect">
            <a:avLst/>
          </a:prstGeom>
        </p:spPr>
      </p:pic>
    </p:spTree>
    <p:extLst>
      <p:ext uri="{BB962C8B-B14F-4D97-AF65-F5344CB8AC3E}">
        <p14:creationId xmlns:p14="http://schemas.microsoft.com/office/powerpoint/2010/main" val="2723351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68D2E5-4FD7-5BF2-4318-120F7C908E69}"/>
              </a:ext>
            </a:extLst>
          </p:cNvPr>
          <p:cNvSpPr>
            <a:spLocks noGrp="1"/>
          </p:cNvSpPr>
          <p:nvPr>
            <p:ph idx="1"/>
          </p:nvPr>
        </p:nvSpPr>
        <p:spPr>
          <a:xfrm>
            <a:off x="7036904" y="223836"/>
            <a:ext cx="4316896" cy="5953127"/>
          </a:xfrm>
        </p:spPr>
        <p:txBody>
          <a:bodyPr>
            <a:normAutofit/>
          </a:bodyPr>
          <a:lstStyle/>
          <a:p>
            <a:pPr marL="342900" indent="-342900">
              <a:buAutoNum type="alphaUcParenR" startAt="17"/>
            </a:pPr>
            <a:r>
              <a:rPr lang="en-US" sz="1400" dirty="0"/>
              <a:t>Does a lack of career advancement push our employees out the door ?</a:t>
            </a:r>
          </a:p>
          <a:p>
            <a:pPr marL="0" indent="0">
              <a:buNone/>
            </a:pPr>
            <a:r>
              <a:rPr lang="en-US" sz="1400" dirty="0"/>
              <a:t>What is Means :- This measures the “stagnation risk.” If a large percentage of people quit specifically because they haven’t been promoted in 5 years, the company needs to create better career pathways or risk losing experience  talent.</a:t>
            </a:r>
          </a:p>
          <a:p>
            <a:pPr marL="0" indent="0">
              <a:buNone/>
            </a:pPr>
            <a:endParaRPr lang="en-US" sz="1400" dirty="0"/>
          </a:p>
          <a:p>
            <a:pPr marL="0" indent="0">
              <a:buNone/>
            </a:pPr>
            <a:r>
              <a:rPr lang="en-US" sz="1400" dirty="0"/>
              <a:t>This tracks how long it has been since someone got a promotion. It tells us it employees are getting bored and leaving because they feel like their career is stuck at a </a:t>
            </a:r>
            <a:r>
              <a:rPr lang="en-US" sz="1400"/>
              <a:t>dead end.</a:t>
            </a:r>
            <a:endParaRPr lang="en-US" sz="1400" dirty="0"/>
          </a:p>
        </p:txBody>
      </p:sp>
      <p:pic>
        <p:nvPicPr>
          <p:cNvPr id="5" name="Picture 4">
            <a:extLst>
              <a:ext uri="{FF2B5EF4-FFF2-40B4-BE49-F238E27FC236}">
                <a16:creationId xmlns:a16="http://schemas.microsoft.com/office/drawing/2014/main" id="{EFEDE9C0-4EAB-710F-BC0F-602269EF109B}"/>
              </a:ext>
            </a:extLst>
          </p:cNvPr>
          <p:cNvPicPr>
            <a:picLocks noChangeAspect="1"/>
          </p:cNvPicPr>
          <p:nvPr/>
        </p:nvPicPr>
        <p:blipFill>
          <a:blip r:embed="rId2"/>
          <a:stretch>
            <a:fillRect/>
          </a:stretch>
        </p:blipFill>
        <p:spPr>
          <a:xfrm>
            <a:off x="678162" y="223836"/>
            <a:ext cx="6034482" cy="6176963"/>
          </a:xfrm>
          <a:prstGeom prst="rect">
            <a:avLst/>
          </a:prstGeom>
        </p:spPr>
      </p:pic>
    </p:spTree>
    <p:extLst>
      <p:ext uri="{BB962C8B-B14F-4D97-AF65-F5344CB8AC3E}">
        <p14:creationId xmlns:p14="http://schemas.microsoft.com/office/powerpoint/2010/main" val="2250230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7528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613B4-A8F2-CAE8-1977-EF20D259F376}"/>
              </a:ext>
            </a:extLst>
          </p:cNvPr>
          <p:cNvSpPr>
            <a:spLocks noGrp="1"/>
          </p:cNvSpPr>
          <p:nvPr>
            <p:ph type="title"/>
          </p:nvPr>
        </p:nvSpPr>
        <p:spPr/>
        <p:txBody>
          <a:bodyPr/>
          <a:lstStyle/>
          <a:p>
            <a:r>
              <a:rPr lang="en-IN" b="1" dirty="0"/>
              <a:t>Challenges : </a:t>
            </a:r>
          </a:p>
        </p:txBody>
      </p:sp>
      <p:sp>
        <p:nvSpPr>
          <p:cNvPr id="3" name="Content Placeholder 2">
            <a:extLst>
              <a:ext uri="{FF2B5EF4-FFF2-40B4-BE49-F238E27FC236}">
                <a16:creationId xmlns:a16="http://schemas.microsoft.com/office/drawing/2014/main" id="{2BE7A464-A6E2-3280-C1A6-7CC5B02804FF}"/>
              </a:ext>
            </a:extLst>
          </p:cNvPr>
          <p:cNvSpPr>
            <a:spLocks noGrp="1"/>
          </p:cNvSpPr>
          <p:nvPr>
            <p:ph idx="1"/>
          </p:nvPr>
        </p:nvSpPr>
        <p:spPr/>
        <p:txBody>
          <a:bodyPr/>
          <a:lstStyle/>
          <a:p>
            <a:r>
              <a:rPr lang="en-IN" b="1" dirty="0"/>
              <a:t>TECHNICAL: </a:t>
            </a:r>
          </a:p>
          <a:p>
            <a:pPr lvl="1"/>
            <a:r>
              <a:rPr lang="en-IN" dirty="0"/>
              <a:t>Merging different Workbooks into one Dashboard:                  </a:t>
            </a:r>
          </a:p>
          <a:p>
            <a:pPr marL="457200" lvl="1" indent="0">
              <a:buNone/>
            </a:pPr>
            <a:r>
              <a:rPr lang="en-IN" dirty="0"/>
              <a:t>               </a:t>
            </a:r>
            <a:r>
              <a:rPr lang="en-IN" b="1" dirty="0">
                <a:solidFill>
                  <a:schemeClr val="accent6">
                    <a:lumMod val="75000"/>
                  </a:schemeClr>
                </a:solidFill>
              </a:rPr>
              <a:t>Solution – Recreated the sheets. </a:t>
            </a:r>
          </a:p>
          <a:p>
            <a:pPr lvl="1"/>
            <a:r>
              <a:rPr lang="en-IN" dirty="0"/>
              <a:t>Time Consumption in Visualising the Dashboard:                                  </a:t>
            </a:r>
          </a:p>
          <a:p>
            <a:pPr marL="457200" lvl="1" indent="0">
              <a:buNone/>
            </a:pPr>
            <a:r>
              <a:rPr lang="en-IN" b="1" dirty="0">
                <a:solidFill>
                  <a:schemeClr val="accent6">
                    <a:lumMod val="75000"/>
                  </a:schemeClr>
                </a:solidFill>
              </a:rPr>
              <a:t>               Solution – Need more practice.</a:t>
            </a:r>
          </a:p>
        </p:txBody>
      </p:sp>
    </p:spTree>
    <p:extLst>
      <p:ext uri="{BB962C8B-B14F-4D97-AF65-F5344CB8AC3E}">
        <p14:creationId xmlns:p14="http://schemas.microsoft.com/office/powerpoint/2010/main" val="3813637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159F7-9C13-BADC-3ADD-9D3729FE3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1C5E54-659E-2707-67F2-5FFC4319A304}"/>
              </a:ext>
            </a:extLst>
          </p:cNvPr>
          <p:cNvSpPr>
            <a:spLocks noGrp="1"/>
          </p:cNvSpPr>
          <p:nvPr>
            <p:ph type="title"/>
          </p:nvPr>
        </p:nvSpPr>
        <p:spPr/>
        <p:txBody>
          <a:bodyPr/>
          <a:lstStyle/>
          <a:p>
            <a:pPr algn="ctr"/>
            <a:r>
              <a:rPr lang="en-IN" b="1" dirty="0">
                <a:effectLst>
                  <a:outerShdw blurRad="38100" dist="38100" dir="2700000" algn="tl">
                    <a:srgbClr val="000000">
                      <a:alpha val="43137"/>
                    </a:srgbClr>
                  </a:outerShdw>
                </a:effectLst>
              </a:rPr>
              <a:t>WEEK 3- POWER BI DASHBOARD </a:t>
            </a:r>
          </a:p>
        </p:txBody>
      </p:sp>
      <p:sp>
        <p:nvSpPr>
          <p:cNvPr id="3" name="Content Placeholder 2">
            <a:extLst>
              <a:ext uri="{FF2B5EF4-FFF2-40B4-BE49-F238E27FC236}">
                <a16:creationId xmlns:a16="http://schemas.microsoft.com/office/drawing/2014/main" id="{6E7A6752-1280-46C6-3D37-51716EFBDD2A}"/>
              </a:ext>
            </a:extLst>
          </p:cNvPr>
          <p:cNvSpPr>
            <a:spLocks noGrp="1"/>
          </p:cNvSpPr>
          <p:nvPr>
            <p:ph sz="half" idx="1"/>
          </p:nvPr>
        </p:nvSpPr>
        <p:spPr>
          <a:xfrm>
            <a:off x="838200" y="1825625"/>
            <a:ext cx="10515600" cy="4351338"/>
          </a:xfrm>
        </p:spPr>
        <p:txBody>
          <a:bodyPr/>
          <a:lstStyle/>
          <a:p>
            <a:r>
              <a:rPr lang="en-IN" dirty="0"/>
              <a:t>Made by: Sindhu</a:t>
            </a:r>
          </a:p>
          <a:p>
            <a:r>
              <a:rPr lang="en-IN" dirty="0"/>
              <a:t>Presented by :</a:t>
            </a:r>
            <a:r>
              <a:rPr lang="en-IN" dirty="0" err="1"/>
              <a:t>Netilda</a:t>
            </a:r>
            <a:endParaRPr lang="en-IN" dirty="0"/>
          </a:p>
          <a:p>
            <a:r>
              <a:rPr lang="en-IN" dirty="0"/>
              <a:t>Presentation Date: 02/06/2026, Presented on : 02/06/2026</a:t>
            </a:r>
          </a:p>
          <a:p>
            <a:r>
              <a:rPr lang="en-IN" dirty="0"/>
              <a:t>KPI Contributors : Dhanashree, </a:t>
            </a:r>
            <a:r>
              <a:rPr lang="en-IN" dirty="0" err="1"/>
              <a:t>Netilda</a:t>
            </a:r>
            <a:r>
              <a:rPr lang="en-IN" dirty="0"/>
              <a:t>, Sindhu, Vipul</a:t>
            </a:r>
          </a:p>
          <a:p>
            <a:pPr marL="0" indent="0">
              <a:buNone/>
            </a:pPr>
            <a:endParaRPr lang="en-IN" dirty="0"/>
          </a:p>
        </p:txBody>
      </p:sp>
    </p:spTree>
    <p:extLst>
      <p:ext uri="{BB962C8B-B14F-4D97-AF65-F5344CB8AC3E}">
        <p14:creationId xmlns:p14="http://schemas.microsoft.com/office/powerpoint/2010/main" val="2435392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F550F-5E24-A592-3EC3-88BDBEF5052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3813181-6AF6-6A10-1527-79F2B4B6C00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4EEA1F3-E453-5CC0-D214-6915AC5559D6}"/>
              </a:ext>
            </a:extLst>
          </p:cNvPr>
          <p:cNvPicPr>
            <a:picLocks noChangeAspect="1"/>
          </p:cNvPicPr>
          <p:nvPr/>
        </p:nvPicPr>
        <p:blipFill>
          <a:blip r:embed="rId2"/>
          <a:stretch>
            <a:fillRect/>
          </a:stretch>
        </p:blipFill>
        <p:spPr>
          <a:xfrm>
            <a:off x="631986" y="354063"/>
            <a:ext cx="10928027" cy="6149873"/>
          </a:xfrm>
          <a:prstGeom prst="rect">
            <a:avLst/>
          </a:prstGeom>
        </p:spPr>
      </p:pic>
    </p:spTree>
    <p:extLst>
      <p:ext uri="{BB962C8B-B14F-4D97-AF65-F5344CB8AC3E}">
        <p14:creationId xmlns:p14="http://schemas.microsoft.com/office/powerpoint/2010/main" val="7363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DEA9B-1006-133E-ADDA-2D5F547E8122}"/>
              </a:ext>
            </a:extLst>
          </p:cNvPr>
          <p:cNvSpPr>
            <a:spLocks noGrp="1"/>
          </p:cNvSpPr>
          <p:nvPr>
            <p:ph type="title"/>
          </p:nvPr>
        </p:nvSpPr>
        <p:spPr/>
        <p:txBody>
          <a:bodyPr/>
          <a:lstStyle/>
          <a:p>
            <a:r>
              <a:rPr lang="en-IN" b="1" dirty="0"/>
              <a:t>Challenges: </a:t>
            </a:r>
          </a:p>
        </p:txBody>
      </p:sp>
      <p:sp>
        <p:nvSpPr>
          <p:cNvPr id="3" name="Content Placeholder 2">
            <a:extLst>
              <a:ext uri="{FF2B5EF4-FFF2-40B4-BE49-F238E27FC236}">
                <a16:creationId xmlns:a16="http://schemas.microsoft.com/office/drawing/2014/main" id="{099894FA-F266-646F-2510-BF935BFE8A67}"/>
              </a:ext>
            </a:extLst>
          </p:cNvPr>
          <p:cNvSpPr>
            <a:spLocks noGrp="1"/>
          </p:cNvSpPr>
          <p:nvPr>
            <p:ph idx="1"/>
          </p:nvPr>
        </p:nvSpPr>
        <p:spPr/>
        <p:txBody>
          <a:bodyPr/>
          <a:lstStyle/>
          <a:p>
            <a:r>
              <a:rPr lang="en-IN" sz="3200" b="1" dirty="0"/>
              <a:t>TECHNICAL : </a:t>
            </a:r>
          </a:p>
          <a:p>
            <a:r>
              <a:rPr lang="en-IN" dirty="0"/>
              <a:t>Merging different KPI pages to build 1 Final Dashboard</a:t>
            </a:r>
          </a:p>
          <a:p>
            <a:pPr lvl="1"/>
            <a:r>
              <a:rPr lang="en-IN" b="1" dirty="0">
                <a:solidFill>
                  <a:schemeClr val="accent6">
                    <a:lumMod val="75000"/>
                  </a:schemeClr>
                </a:solidFill>
              </a:rPr>
              <a:t>Solution:</a:t>
            </a:r>
          </a:p>
          <a:p>
            <a:pPr lvl="1"/>
            <a:r>
              <a:rPr lang="en-IN" b="1" dirty="0">
                <a:solidFill>
                  <a:schemeClr val="accent6">
                    <a:lumMod val="75000"/>
                  </a:schemeClr>
                </a:solidFill>
              </a:rPr>
              <a:t>S1- from Source File, Copy Visual&gt; Paste on new page in Destination File.</a:t>
            </a:r>
          </a:p>
          <a:p>
            <a:pPr lvl="1"/>
            <a:r>
              <a:rPr lang="en-IN" b="1" dirty="0">
                <a:solidFill>
                  <a:schemeClr val="accent6">
                    <a:lumMod val="75000"/>
                  </a:schemeClr>
                </a:solidFill>
              </a:rPr>
              <a:t>S2- from Source File, Export data &gt; New folder</a:t>
            </a:r>
          </a:p>
          <a:p>
            <a:pPr lvl="1"/>
            <a:r>
              <a:rPr lang="en-IN" b="1" dirty="0">
                <a:solidFill>
                  <a:schemeClr val="accent6">
                    <a:lumMod val="75000"/>
                  </a:schemeClr>
                </a:solidFill>
              </a:rPr>
              <a:t>S3 – On Destination Page &gt; Get Data &gt; Text/CSV&gt;Select the exported file &gt; load&gt; desired changes in filters and Visualisation </a:t>
            </a:r>
            <a:endParaRPr lang="en-IN" dirty="0">
              <a:solidFill>
                <a:schemeClr val="accent6">
                  <a:lumMod val="75000"/>
                </a:schemeClr>
              </a:solidFill>
            </a:endParaRPr>
          </a:p>
        </p:txBody>
      </p:sp>
    </p:spTree>
    <p:extLst>
      <p:ext uri="{BB962C8B-B14F-4D97-AF65-F5344CB8AC3E}">
        <p14:creationId xmlns:p14="http://schemas.microsoft.com/office/powerpoint/2010/main" val="2831286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46C6FD45-BF70-60EA-8B98-BB9B95C95678}"/>
              </a:ext>
            </a:extLst>
          </p:cNvPr>
          <p:cNvSpPr txBox="1">
            <a:spLocks/>
          </p:cNvSpPr>
          <p:nvPr/>
        </p:nvSpPr>
        <p:spPr>
          <a:xfrm>
            <a:off x="1154955" y="190501"/>
            <a:ext cx="9284446" cy="895349"/>
          </a:xfrm>
          <a:prstGeom prst="rect">
            <a:avLst/>
          </a:prstGeom>
          <a:solidFill>
            <a:schemeClr val="accent6">
              <a:lumMod val="50000"/>
            </a:schemeClr>
          </a:solidFill>
        </p:spPr>
        <p:txBody>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dirty="0"/>
              <a:t>KEY PERFORMANCE INDICATORS</a:t>
            </a:r>
            <a:br>
              <a:rPr lang="en-US" dirty="0"/>
            </a:br>
            <a:endParaRPr lang="en-IN" dirty="0"/>
          </a:p>
        </p:txBody>
      </p:sp>
      <p:sp>
        <p:nvSpPr>
          <p:cNvPr id="3" name="Text Placeholder 8">
            <a:extLst>
              <a:ext uri="{FF2B5EF4-FFF2-40B4-BE49-F238E27FC236}">
                <a16:creationId xmlns:a16="http://schemas.microsoft.com/office/drawing/2014/main" id="{421EE321-CCE6-B410-9B72-B99FD3F4089D}"/>
              </a:ext>
            </a:extLst>
          </p:cNvPr>
          <p:cNvSpPr txBox="1">
            <a:spLocks/>
          </p:cNvSpPr>
          <p:nvPr/>
        </p:nvSpPr>
        <p:spPr>
          <a:xfrm>
            <a:off x="507254" y="1905002"/>
            <a:ext cx="2483986" cy="2971798"/>
          </a:xfrm>
          <a:prstGeom prst="rect">
            <a:avLst/>
          </a:prstGeom>
          <a:ln>
            <a:solidFill>
              <a:schemeClr val="tx1"/>
            </a:solidFill>
          </a:ln>
        </p:spPr>
        <p:txBody>
          <a:bodyPr>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lgn="ctr">
              <a:buNone/>
            </a:pPr>
            <a:r>
              <a:rPr lang="en-US" sz="5100" dirty="0">
                <a:solidFill>
                  <a:srgbClr val="000000"/>
                </a:solidFill>
              </a:rPr>
              <a:t>👥</a:t>
            </a:r>
            <a:br>
              <a:rPr lang="en-US" sz="1700" dirty="0">
                <a:solidFill>
                  <a:srgbClr val="000000"/>
                </a:solidFill>
              </a:rPr>
            </a:br>
            <a:br>
              <a:rPr lang="en-US" sz="4000" dirty="0">
                <a:solidFill>
                  <a:srgbClr val="000000"/>
                </a:solidFill>
              </a:rPr>
            </a:br>
            <a:br>
              <a:rPr lang="en-US" sz="4000" dirty="0">
                <a:solidFill>
                  <a:srgbClr val="000000"/>
                </a:solidFill>
              </a:rPr>
            </a:br>
            <a:r>
              <a:rPr lang="en-US" sz="1900" b="1" dirty="0">
                <a:solidFill>
                  <a:srgbClr val="000000"/>
                </a:solidFill>
                <a:latin typeface="Calibri" panose="020F0502020204030204" pitchFamily="34" charset="0"/>
                <a:ea typeface="Calibri" panose="020F0502020204030204" pitchFamily="34" charset="0"/>
                <a:cs typeface="Calibri" panose="020F0502020204030204" pitchFamily="34" charset="0"/>
              </a:rPr>
              <a:t>Total Employees</a:t>
            </a:r>
            <a:br>
              <a:rPr lang="en-US" sz="1900" b="1" dirty="0">
                <a:solidFill>
                  <a:srgbClr val="000000"/>
                </a:solidFill>
              </a:rPr>
            </a:br>
            <a:br>
              <a:rPr lang="en-US" sz="1900" dirty="0">
                <a:solidFill>
                  <a:srgbClr val="000000"/>
                </a:solidFill>
              </a:rPr>
            </a:br>
            <a:br>
              <a:rPr lang="en-US" sz="1900" dirty="0">
                <a:solidFill>
                  <a:srgbClr val="000000"/>
                </a:solidFill>
              </a:rPr>
            </a:br>
            <a:r>
              <a:rPr lang="en-US" sz="1500" dirty="0">
                <a:solidFill>
                  <a:srgbClr val="000000"/>
                </a:solidFill>
                <a:latin typeface="Calibri" panose="020F0502020204030204" pitchFamily="34" charset="0"/>
                <a:ea typeface="Calibri" panose="020F0502020204030204" pitchFamily="34" charset="0"/>
                <a:cs typeface="Calibri" panose="020F0502020204030204" pitchFamily="34" charset="0"/>
              </a:rPr>
              <a:t>Across All Departments</a:t>
            </a:r>
            <a:br>
              <a:rPr lang="en-US" sz="1900" dirty="0">
                <a:solidFill>
                  <a:srgbClr val="000000"/>
                </a:solidFill>
              </a:rPr>
            </a:br>
            <a:endParaRPr lang="en-US" sz="1900" dirty="0"/>
          </a:p>
          <a:p>
            <a:endParaRPr lang="en-IN" dirty="0"/>
          </a:p>
        </p:txBody>
      </p:sp>
      <p:cxnSp>
        <p:nvCxnSpPr>
          <p:cNvPr id="5" name="Straight Connector 4">
            <a:extLst>
              <a:ext uri="{FF2B5EF4-FFF2-40B4-BE49-F238E27FC236}">
                <a16:creationId xmlns:a16="http://schemas.microsoft.com/office/drawing/2014/main" id="{42022084-6F0F-CF86-ECE3-99E65DDC15DF}"/>
              </a:ext>
            </a:extLst>
          </p:cNvPr>
          <p:cNvCxnSpPr/>
          <p:nvPr/>
        </p:nvCxnSpPr>
        <p:spPr>
          <a:xfrm>
            <a:off x="507254" y="1905001"/>
            <a:ext cx="2483986" cy="0"/>
          </a:xfrm>
          <a:prstGeom prst="line">
            <a:avLst/>
          </a:prstGeom>
          <a:ln w="76200"/>
        </p:spPr>
        <p:style>
          <a:lnRef idx="3">
            <a:schemeClr val="accent6"/>
          </a:lnRef>
          <a:fillRef idx="0">
            <a:schemeClr val="accent6"/>
          </a:fillRef>
          <a:effectRef idx="2">
            <a:schemeClr val="accent6"/>
          </a:effectRef>
          <a:fontRef idx="minor">
            <a:schemeClr val="tx1"/>
          </a:fontRef>
        </p:style>
      </p:cxnSp>
      <p:sp>
        <p:nvSpPr>
          <p:cNvPr id="6" name="Text Placeholder 8">
            <a:extLst>
              <a:ext uri="{FF2B5EF4-FFF2-40B4-BE49-F238E27FC236}">
                <a16:creationId xmlns:a16="http://schemas.microsoft.com/office/drawing/2014/main" id="{6DF9C0F2-E8BE-CA77-959B-C9C9DF65F362}"/>
              </a:ext>
            </a:extLst>
          </p:cNvPr>
          <p:cNvSpPr txBox="1">
            <a:spLocks/>
          </p:cNvSpPr>
          <p:nvPr/>
        </p:nvSpPr>
        <p:spPr>
          <a:xfrm>
            <a:off x="507254" y="2838457"/>
            <a:ext cx="2483986" cy="590543"/>
          </a:xfrm>
          <a:prstGeom prst="rect">
            <a:avLst/>
          </a:prstGeom>
          <a:ln>
            <a:noFill/>
          </a:ln>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lgn="ctr">
              <a:buNone/>
            </a:pPr>
            <a:r>
              <a:rPr lang="en-IN" sz="3200" b="1" dirty="0">
                <a:solidFill>
                  <a:schemeClr val="accent6">
                    <a:lumMod val="60000"/>
                    <a:lumOff val="40000"/>
                  </a:schemeClr>
                </a:solidFill>
                <a:latin typeface="Calibri" panose="020F0502020204030204" pitchFamily="34" charset="0"/>
                <a:ea typeface="Calibri" panose="020F0502020204030204" pitchFamily="34" charset="0"/>
                <a:cs typeface="Calibri" panose="020F0502020204030204" pitchFamily="34" charset="0"/>
              </a:rPr>
              <a:t>50k</a:t>
            </a:r>
          </a:p>
        </p:txBody>
      </p:sp>
      <p:pic>
        <p:nvPicPr>
          <p:cNvPr id="7" name="Picture 6">
            <a:extLst>
              <a:ext uri="{FF2B5EF4-FFF2-40B4-BE49-F238E27FC236}">
                <a16:creationId xmlns:a16="http://schemas.microsoft.com/office/drawing/2014/main" id="{C9138F09-B2D4-D784-9CB3-3E6CFB441DAF}"/>
              </a:ext>
            </a:extLst>
          </p:cNvPr>
          <p:cNvPicPr>
            <a:picLocks noChangeAspect="1"/>
          </p:cNvPicPr>
          <p:nvPr/>
        </p:nvPicPr>
        <p:blipFill>
          <a:blip r:embed="rId2"/>
          <a:stretch>
            <a:fillRect/>
          </a:stretch>
        </p:blipFill>
        <p:spPr>
          <a:xfrm>
            <a:off x="3422237" y="1905001"/>
            <a:ext cx="2470195" cy="2971797"/>
          </a:xfrm>
          <a:prstGeom prst="rect">
            <a:avLst/>
          </a:prstGeom>
          <a:ln>
            <a:solidFill>
              <a:schemeClr val="tx2"/>
            </a:solidFill>
          </a:ln>
        </p:spPr>
      </p:pic>
      <p:sp>
        <p:nvSpPr>
          <p:cNvPr id="9" name="TextBox 8">
            <a:extLst>
              <a:ext uri="{FF2B5EF4-FFF2-40B4-BE49-F238E27FC236}">
                <a16:creationId xmlns:a16="http://schemas.microsoft.com/office/drawing/2014/main" id="{790F9000-B9E3-1B37-CE94-429663AAD72A}"/>
              </a:ext>
            </a:extLst>
          </p:cNvPr>
          <p:cNvSpPr txBox="1"/>
          <p:nvPr/>
        </p:nvSpPr>
        <p:spPr>
          <a:xfrm>
            <a:off x="3752459" y="2044184"/>
            <a:ext cx="1809750" cy="707886"/>
          </a:xfrm>
          <a:prstGeom prst="rect">
            <a:avLst/>
          </a:prstGeom>
          <a:noFill/>
        </p:spPr>
        <p:txBody>
          <a:bodyPr wrap="square">
            <a:spAutoFit/>
          </a:bodyPr>
          <a:lstStyle/>
          <a:p>
            <a:pPr marL="0" indent="0" algn="ctr">
              <a:buNone/>
            </a:pPr>
            <a:r>
              <a:rPr lang="en-US" sz="4000" dirty="0">
                <a:solidFill>
                  <a:srgbClr val="000000"/>
                </a:solidFill>
              </a:rPr>
              <a:t>📉</a:t>
            </a:r>
            <a:endParaRPr lang="en-US" sz="4000" dirty="0"/>
          </a:p>
        </p:txBody>
      </p:sp>
      <p:sp>
        <p:nvSpPr>
          <p:cNvPr id="14" name="Text 10">
            <a:extLst>
              <a:ext uri="{FF2B5EF4-FFF2-40B4-BE49-F238E27FC236}">
                <a16:creationId xmlns:a16="http://schemas.microsoft.com/office/drawing/2014/main" id="{5A225A58-D6F5-418A-EDC3-3BD14E5B3DDA}"/>
              </a:ext>
            </a:extLst>
          </p:cNvPr>
          <p:cNvSpPr/>
          <p:nvPr/>
        </p:nvSpPr>
        <p:spPr>
          <a:xfrm>
            <a:off x="3641969" y="2813688"/>
            <a:ext cx="1920240" cy="640080"/>
          </a:xfrm>
          <a:prstGeom prst="rect">
            <a:avLst/>
          </a:prstGeom>
          <a:noFill/>
          <a:ln/>
        </p:spPr>
        <p:txBody>
          <a:bodyPr wrap="square" rtlCol="0" anchor="ctr"/>
          <a:lstStyle/>
          <a:p>
            <a:pPr marL="0" indent="0" algn="ctr">
              <a:buNone/>
            </a:pPr>
            <a:r>
              <a:rPr lang="en-US" sz="2800" b="1" dirty="0">
                <a:solidFill>
                  <a:srgbClr val="EF4444"/>
                </a:solidFill>
                <a:latin typeface="Calibri" pitchFamily="34" charset="0"/>
                <a:ea typeface="Calibri" pitchFamily="34" charset="-122"/>
                <a:cs typeface="Calibri" pitchFamily="34" charset="-120"/>
              </a:rPr>
              <a:t>50.2%</a:t>
            </a:r>
            <a:endParaRPr lang="en-US" sz="2800" dirty="0"/>
          </a:p>
        </p:txBody>
      </p:sp>
      <p:sp>
        <p:nvSpPr>
          <p:cNvPr id="15" name="Text 11">
            <a:extLst>
              <a:ext uri="{FF2B5EF4-FFF2-40B4-BE49-F238E27FC236}">
                <a16:creationId xmlns:a16="http://schemas.microsoft.com/office/drawing/2014/main" id="{B9457CEA-934D-B055-60CF-AD32B39AED24}"/>
              </a:ext>
            </a:extLst>
          </p:cNvPr>
          <p:cNvSpPr/>
          <p:nvPr/>
        </p:nvSpPr>
        <p:spPr>
          <a:xfrm>
            <a:off x="3697214" y="3573127"/>
            <a:ext cx="1920240" cy="365760"/>
          </a:xfrm>
          <a:prstGeom prst="rect">
            <a:avLst/>
          </a:prstGeom>
          <a:noFill/>
          <a:ln/>
        </p:spPr>
        <p:txBody>
          <a:bodyPr wrap="square" rtlCol="0" anchor="ctr"/>
          <a:lstStyle/>
          <a:p>
            <a:pPr marL="0" indent="0" algn="ctr">
              <a:buNone/>
            </a:pPr>
            <a:r>
              <a:rPr lang="en-US" b="1" dirty="0">
                <a:solidFill>
                  <a:srgbClr val="1E1B2E"/>
                </a:solidFill>
                <a:latin typeface="Calibri" pitchFamily="34" charset="0"/>
                <a:ea typeface="Calibri" pitchFamily="34" charset="-122"/>
                <a:cs typeface="Calibri" pitchFamily="34" charset="-120"/>
              </a:rPr>
              <a:t>Attrition Rate</a:t>
            </a:r>
            <a:endParaRPr lang="en-US" b="1" dirty="0"/>
          </a:p>
        </p:txBody>
      </p:sp>
      <p:sp>
        <p:nvSpPr>
          <p:cNvPr id="16" name="Text 12">
            <a:extLst>
              <a:ext uri="{FF2B5EF4-FFF2-40B4-BE49-F238E27FC236}">
                <a16:creationId xmlns:a16="http://schemas.microsoft.com/office/drawing/2014/main" id="{3B8DBF6A-BD56-02C6-A265-EDC4B794A220}"/>
              </a:ext>
            </a:extLst>
          </p:cNvPr>
          <p:cNvSpPr/>
          <p:nvPr/>
        </p:nvSpPr>
        <p:spPr>
          <a:xfrm>
            <a:off x="3697214" y="4179575"/>
            <a:ext cx="1920240" cy="365760"/>
          </a:xfrm>
          <a:prstGeom prst="rect">
            <a:avLst/>
          </a:prstGeom>
          <a:noFill/>
          <a:ln/>
        </p:spPr>
        <p:txBody>
          <a:bodyPr wrap="square" rtlCol="0" anchor="ctr"/>
          <a:lstStyle/>
          <a:p>
            <a:pPr marL="0" indent="0" algn="ctr">
              <a:buNone/>
            </a:pPr>
            <a:r>
              <a:rPr lang="en-US" sz="1400" dirty="0">
                <a:solidFill>
                  <a:srgbClr val="6B7280"/>
                </a:solidFill>
                <a:latin typeface="Calibri" pitchFamily="34" charset="0"/>
                <a:ea typeface="Calibri" pitchFamily="34" charset="-122"/>
                <a:cs typeface="Calibri" pitchFamily="34" charset="-120"/>
              </a:rPr>
              <a:t>Company-wide average</a:t>
            </a:r>
            <a:endParaRPr lang="en-US" sz="1400" dirty="0"/>
          </a:p>
        </p:txBody>
      </p:sp>
      <p:cxnSp>
        <p:nvCxnSpPr>
          <p:cNvPr id="18" name="Straight Connector 17">
            <a:extLst>
              <a:ext uri="{FF2B5EF4-FFF2-40B4-BE49-F238E27FC236}">
                <a16:creationId xmlns:a16="http://schemas.microsoft.com/office/drawing/2014/main" id="{3BCF0F00-44DD-790D-8F21-8F2388F50B3E}"/>
              </a:ext>
            </a:extLst>
          </p:cNvPr>
          <p:cNvCxnSpPr/>
          <p:nvPr/>
        </p:nvCxnSpPr>
        <p:spPr>
          <a:xfrm>
            <a:off x="3422237" y="1905001"/>
            <a:ext cx="2470195" cy="0"/>
          </a:xfrm>
          <a:prstGeom prst="line">
            <a:avLst/>
          </a:prstGeom>
          <a:ln w="76200"/>
        </p:spPr>
        <p:style>
          <a:lnRef idx="3">
            <a:schemeClr val="accent2"/>
          </a:lnRef>
          <a:fillRef idx="0">
            <a:schemeClr val="accent2"/>
          </a:fillRef>
          <a:effectRef idx="2">
            <a:schemeClr val="accent2"/>
          </a:effectRef>
          <a:fontRef idx="minor">
            <a:schemeClr val="tx1"/>
          </a:fontRef>
        </p:style>
      </p:cxnSp>
      <p:pic>
        <p:nvPicPr>
          <p:cNvPr id="19" name="Picture 18">
            <a:extLst>
              <a:ext uri="{FF2B5EF4-FFF2-40B4-BE49-F238E27FC236}">
                <a16:creationId xmlns:a16="http://schemas.microsoft.com/office/drawing/2014/main" id="{09997070-0E5E-C5FE-7A7D-1B2FC3F5E492}"/>
              </a:ext>
            </a:extLst>
          </p:cNvPr>
          <p:cNvPicPr>
            <a:picLocks noChangeAspect="1"/>
          </p:cNvPicPr>
          <p:nvPr/>
        </p:nvPicPr>
        <p:blipFill>
          <a:blip r:embed="rId2"/>
          <a:stretch>
            <a:fillRect/>
          </a:stretch>
        </p:blipFill>
        <p:spPr>
          <a:xfrm>
            <a:off x="6112164" y="1905000"/>
            <a:ext cx="2470195" cy="2971795"/>
          </a:xfrm>
          <a:prstGeom prst="rect">
            <a:avLst/>
          </a:prstGeom>
          <a:ln>
            <a:solidFill>
              <a:schemeClr val="tx2"/>
            </a:solidFill>
          </a:ln>
        </p:spPr>
      </p:pic>
      <p:pic>
        <p:nvPicPr>
          <p:cNvPr id="20" name="Picture 19">
            <a:extLst>
              <a:ext uri="{FF2B5EF4-FFF2-40B4-BE49-F238E27FC236}">
                <a16:creationId xmlns:a16="http://schemas.microsoft.com/office/drawing/2014/main" id="{AC0C7B86-5B8B-5A0E-7016-0328CFD82755}"/>
              </a:ext>
            </a:extLst>
          </p:cNvPr>
          <p:cNvPicPr>
            <a:picLocks noChangeAspect="1"/>
          </p:cNvPicPr>
          <p:nvPr/>
        </p:nvPicPr>
        <p:blipFill>
          <a:blip r:embed="rId2"/>
          <a:stretch>
            <a:fillRect/>
          </a:stretch>
        </p:blipFill>
        <p:spPr>
          <a:xfrm>
            <a:off x="9037223" y="1905000"/>
            <a:ext cx="2470195" cy="2971795"/>
          </a:xfrm>
          <a:prstGeom prst="rect">
            <a:avLst/>
          </a:prstGeom>
          <a:ln>
            <a:solidFill>
              <a:schemeClr val="tx2"/>
            </a:solidFill>
          </a:ln>
        </p:spPr>
      </p:pic>
      <p:sp>
        <p:nvSpPr>
          <p:cNvPr id="22" name="TextBox 21">
            <a:extLst>
              <a:ext uri="{FF2B5EF4-FFF2-40B4-BE49-F238E27FC236}">
                <a16:creationId xmlns:a16="http://schemas.microsoft.com/office/drawing/2014/main" id="{61FCD5F8-7C9B-6BD3-6E48-B1F0E65B973D}"/>
              </a:ext>
            </a:extLst>
          </p:cNvPr>
          <p:cNvSpPr txBox="1"/>
          <p:nvPr/>
        </p:nvSpPr>
        <p:spPr>
          <a:xfrm>
            <a:off x="6734965" y="2040493"/>
            <a:ext cx="1335081" cy="707886"/>
          </a:xfrm>
          <a:prstGeom prst="rect">
            <a:avLst/>
          </a:prstGeom>
          <a:noFill/>
        </p:spPr>
        <p:txBody>
          <a:bodyPr wrap="square">
            <a:spAutoFit/>
          </a:bodyPr>
          <a:lstStyle/>
          <a:p>
            <a:pPr marL="0" indent="0" algn="ctr">
              <a:buNone/>
            </a:pPr>
            <a:r>
              <a:rPr lang="en-US" sz="4000" dirty="0">
                <a:solidFill>
                  <a:srgbClr val="000000"/>
                </a:solidFill>
              </a:rPr>
              <a:t>⚖️</a:t>
            </a:r>
            <a:endParaRPr lang="en-US" sz="4000" dirty="0"/>
          </a:p>
        </p:txBody>
      </p:sp>
      <p:sp>
        <p:nvSpPr>
          <p:cNvPr id="23" name="Text 16">
            <a:extLst>
              <a:ext uri="{FF2B5EF4-FFF2-40B4-BE49-F238E27FC236}">
                <a16:creationId xmlns:a16="http://schemas.microsoft.com/office/drawing/2014/main" id="{3F5F691F-CEB4-84A4-328C-432C875B2B1C}"/>
              </a:ext>
            </a:extLst>
          </p:cNvPr>
          <p:cNvSpPr/>
          <p:nvPr/>
        </p:nvSpPr>
        <p:spPr>
          <a:xfrm>
            <a:off x="6442385" y="2788920"/>
            <a:ext cx="1920240" cy="640080"/>
          </a:xfrm>
          <a:prstGeom prst="rect">
            <a:avLst/>
          </a:prstGeom>
          <a:noFill/>
          <a:ln/>
        </p:spPr>
        <p:txBody>
          <a:bodyPr wrap="square" rtlCol="0" anchor="ctr"/>
          <a:lstStyle/>
          <a:p>
            <a:pPr marL="0" indent="0" algn="ctr">
              <a:buNone/>
            </a:pPr>
            <a:r>
              <a:rPr lang="en-US" sz="2800" b="1" dirty="0">
                <a:solidFill>
                  <a:srgbClr val="0EA5E9"/>
                </a:solidFill>
                <a:latin typeface="Calibri" pitchFamily="34" charset="0"/>
                <a:ea typeface="Calibri" pitchFamily="34" charset="-122"/>
                <a:cs typeface="Calibri" pitchFamily="34" charset="-120"/>
              </a:rPr>
              <a:t>2.5 / 4</a:t>
            </a:r>
            <a:endParaRPr lang="en-US" sz="2800" dirty="0"/>
          </a:p>
        </p:txBody>
      </p:sp>
      <p:sp>
        <p:nvSpPr>
          <p:cNvPr id="24" name="Text 17">
            <a:extLst>
              <a:ext uri="{FF2B5EF4-FFF2-40B4-BE49-F238E27FC236}">
                <a16:creationId xmlns:a16="http://schemas.microsoft.com/office/drawing/2014/main" id="{0CE9C5A7-7BC2-0277-B43E-7D06E9B733B0}"/>
              </a:ext>
            </a:extLst>
          </p:cNvPr>
          <p:cNvSpPr/>
          <p:nvPr/>
        </p:nvSpPr>
        <p:spPr>
          <a:xfrm>
            <a:off x="6525053" y="3429000"/>
            <a:ext cx="1920240" cy="640080"/>
          </a:xfrm>
          <a:prstGeom prst="rect">
            <a:avLst/>
          </a:prstGeom>
          <a:noFill/>
          <a:ln/>
        </p:spPr>
        <p:txBody>
          <a:bodyPr wrap="square" rtlCol="0" anchor="ctr"/>
          <a:lstStyle/>
          <a:p>
            <a:pPr marL="0" indent="0" algn="ctr">
              <a:buNone/>
            </a:pPr>
            <a:r>
              <a:rPr lang="en-US" b="1" dirty="0">
                <a:solidFill>
                  <a:srgbClr val="1E1B2E"/>
                </a:solidFill>
                <a:latin typeface="Calibri" pitchFamily="34" charset="0"/>
                <a:ea typeface="Calibri" pitchFamily="34" charset="-122"/>
                <a:cs typeface="Calibri" pitchFamily="34" charset="-120"/>
              </a:rPr>
              <a:t>Avg Work-Life Balance</a:t>
            </a:r>
            <a:endParaRPr lang="en-US" b="1" dirty="0"/>
          </a:p>
        </p:txBody>
      </p:sp>
      <p:sp>
        <p:nvSpPr>
          <p:cNvPr id="25" name="Text 18">
            <a:extLst>
              <a:ext uri="{FF2B5EF4-FFF2-40B4-BE49-F238E27FC236}">
                <a16:creationId xmlns:a16="http://schemas.microsoft.com/office/drawing/2014/main" id="{0F80DD66-C9C4-FB33-A840-F798B293D15E}"/>
              </a:ext>
            </a:extLst>
          </p:cNvPr>
          <p:cNvSpPr/>
          <p:nvPr/>
        </p:nvSpPr>
        <p:spPr>
          <a:xfrm>
            <a:off x="6494182" y="4179575"/>
            <a:ext cx="1920240" cy="365760"/>
          </a:xfrm>
          <a:prstGeom prst="rect">
            <a:avLst/>
          </a:prstGeom>
          <a:noFill/>
          <a:ln/>
        </p:spPr>
        <p:txBody>
          <a:bodyPr wrap="square" rtlCol="0" anchor="ctr"/>
          <a:lstStyle/>
          <a:p>
            <a:pPr marL="0" indent="0" algn="ctr">
              <a:buNone/>
            </a:pPr>
            <a:r>
              <a:rPr lang="en-US" sz="1400" dirty="0">
                <a:solidFill>
                  <a:srgbClr val="6B7280"/>
                </a:solidFill>
                <a:latin typeface="Calibri" pitchFamily="34" charset="0"/>
                <a:ea typeface="Calibri" pitchFamily="34" charset="-122"/>
                <a:cs typeface="Calibri" pitchFamily="34" charset="-120"/>
              </a:rPr>
              <a:t>Uniform across all roles</a:t>
            </a:r>
            <a:endParaRPr lang="en-US" sz="1400" dirty="0"/>
          </a:p>
        </p:txBody>
      </p:sp>
      <p:cxnSp>
        <p:nvCxnSpPr>
          <p:cNvPr id="30" name="Straight Connector 29">
            <a:extLst>
              <a:ext uri="{FF2B5EF4-FFF2-40B4-BE49-F238E27FC236}">
                <a16:creationId xmlns:a16="http://schemas.microsoft.com/office/drawing/2014/main" id="{0A925A87-B2DF-851A-9911-A92D83627E67}"/>
              </a:ext>
            </a:extLst>
          </p:cNvPr>
          <p:cNvCxnSpPr/>
          <p:nvPr/>
        </p:nvCxnSpPr>
        <p:spPr>
          <a:xfrm>
            <a:off x="6167409" y="1905001"/>
            <a:ext cx="2470195" cy="0"/>
          </a:xfrm>
          <a:prstGeom prst="line">
            <a:avLst/>
          </a:prstGeom>
          <a:ln w="76200">
            <a:solidFill>
              <a:srgbClr val="11C1FF"/>
            </a:solidFill>
          </a:ln>
        </p:spPr>
        <p:style>
          <a:lnRef idx="1">
            <a:schemeClr val="accent1"/>
          </a:lnRef>
          <a:fillRef idx="0">
            <a:schemeClr val="accent1"/>
          </a:fillRef>
          <a:effectRef idx="0">
            <a:schemeClr val="accent1"/>
          </a:effectRef>
          <a:fontRef idx="minor">
            <a:schemeClr val="tx1"/>
          </a:fontRef>
        </p:style>
      </p:cxnSp>
      <p:sp>
        <p:nvSpPr>
          <p:cNvPr id="33" name="Text 21">
            <a:extLst>
              <a:ext uri="{FF2B5EF4-FFF2-40B4-BE49-F238E27FC236}">
                <a16:creationId xmlns:a16="http://schemas.microsoft.com/office/drawing/2014/main" id="{0D56277A-0184-0EFA-78F5-E84E8E70C131}"/>
              </a:ext>
            </a:extLst>
          </p:cNvPr>
          <p:cNvSpPr/>
          <p:nvPr/>
        </p:nvSpPr>
        <p:spPr>
          <a:xfrm>
            <a:off x="9352892" y="2070976"/>
            <a:ext cx="1920240" cy="441957"/>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34" name="Text 22">
            <a:extLst>
              <a:ext uri="{FF2B5EF4-FFF2-40B4-BE49-F238E27FC236}">
                <a16:creationId xmlns:a16="http://schemas.microsoft.com/office/drawing/2014/main" id="{6FB121B9-7800-0F7C-24CC-D02518B9F4CF}"/>
              </a:ext>
            </a:extLst>
          </p:cNvPr>
          <p:cNvSpPr/>
          <p:nvPr/>
        </p:nvSpPr>
        <p:spPr>
          <a:xfrm>
            <a:off x="9414515" y="2754628"/>
            <a:ext cx="1920240" cy="640080"/>
          </a:xfrm>
          <a:prstGeom prst="rect">
            <a:avLst/>
          </a:prstGeom>
          <a:noFill/>
          <a:ln/>
        </p:spPr>
        <p:txBody>
          <a:bodyPr wrap="square" rtlCol="0" anchor="ctr"/>
          <a:lstStyle/>
          <a:p>
            <a:pPr marL="0" indent="0" algn="ctr">
              <a:buNone/>
            </a:pPr>
            <a:r>
              <a:rPr lang="en-US" sz="2800" b="1" dirty="0">
                <a:solidFill>
                  <a:srgbClr val="22C55E"/>
                </a:solidFill>
                <a:latin typeface="Calibri" pitchFamily="34" charset="0"/>
                <a:ea typeface="Calibri" pitchFamily="34" charset="-122"/>
                <a:cs typeface="Calibri" pitchFamily="34" charset="-120"/>
              </a:rPr>
              <a:t>20.5</a:t>
            </a:r>
            <a:endParaRPr lang="en-US" sz="2800" dirty="0"/>
          </a:p>
        </p:txBody>
      </p:sp>
      <p:sp>
        <p:nvSpPr>
          <p:cNvPr id="35" name="Text 23">
            <a:extLst>
              <a:ext uri="{FF2B5EF4-FFF2-40B4-BE49-F238E27FC236}">
                <a16:creationId xmlns:a16="http://schemas.microsoft.com/office/drawing/2014/main" id="{281DA0F5-C96E-2FD3-0410-9BE24C0AA6A7}"/>
              </a:ext>
            </a:extLst>
          </p:cNvPr>
          <p:cNvSpPr/>
          <p:nvPr/>
        </p:nvSpPr>
        <p:spPr>
          <a:xfrm>
            <a:off x="9479281" y="3390898"/>
            <a:ext cx="1920240" cy="365760"/>
          </a:xfrm>
          <a:prstGeom prst="rect">
            <a:avLst/>
          </a:prstGeom>
          <a:noFill/>
          <a:ln/>
        </p:spPr>
        <p:txBody>
          <a:bodyPr wrap="square" rtlCol="0" anchor="ctr"/>
          <a:lstStyle/>
          <a:p>
            <a:pPr marL="0" indent="0" algn="ctr">
              <a:buNone/>
            </a:pPr>
            <a:r>
              <a:rPr lang="en-US" b="1" dirty="0">
                <a:solidFill>
                  <a:srgbClr val="1E1B2E"/>
                </a:solidFill>
                <a:latin typeface="Calibri" pitchFamily="34" charset="0"/>
                <a:ea typeface="Calibri" pitchFamily="34" charset="-122"/>
                <a:cs typeface="Calibri" pitchFamily="34" charset="-120"/>
              </a:rPr>
              <a:t>Avg Working Years</a:t>
            </a:r>
            <a:endParaRPr lang="en-US" dirty="0"/>
          </a:p>
        </p:txBody>
      </p:sp>
      <p:sp>
        <p:nvSpPr>
          <p:cNvPr id="36" name="Text 24">
            <a:extLst>
              <a:ext uri="{FF2B5EF4-FFF2-40B4-BE49-F238E27FC236}">
                <a16:creationId xmlns:a16="http://schemas.microsoft.com/office/drawing/2014/main" id="{DBF651C1-CD72-A7A8-AF86-B0CA406E131F}"/>
              </a:ext>
            </a:extLst>
          </p:cNvPr>
          <p:cNvSpPr/>
          <p:nvPr/>
        </p:nvSpPr>
        <p:spPr>
          <a:xfrm>
            <a:off x="9244965" y="4247610"/>
            <a:ext cx="2089790" cy="216232"/>
          </a:xfrm>
          <a:prstGeom prst="rect">
            <a:avLst/>
          </a:prstGeom>
          <a:noFill/>
          <a:ln/>
        </p:spPr>
        <p:txBody>
          <a:bodyPr wrap="square" rtlCol="0" anchor="ctr"/>
          <a:lstStyle/>
          <a:p>
            <a:pPr marL="0" indent="0" algn="ctr">
              <a:buNone/>
            </a:pPr>
            <a:r>
              <a:rPr lang="en-US" sz="1400" dirty="0">
                <a:solidFill>
                  <a:srgbClr val="6B7280"/>
                </a:solidFill>
                <a:latin typeface="Calibri" pitchFamily="34" charset="0"/>
                <a:ea typeface="Calibri" pitchFamily="34" charset="-122"/>
                <a:cs typeface="Calibri" pitchFamily="34" charset="-120"/>
              </a:rPr>
              <a:t>Per department avg</a:t>
            </a:r>
            <a:endParaRPr lang="en-US" sz="1400" dirty="0"/>
          </a:p>
        </p:txBody>
      </p:sp>
      <p:cxnSp>
        <p:nvCxnSpPr>
          <p:cNvPr id="38" name="Straight Connector 37">
            <a:extLst>
              <a:ext uri="{FF2B5EF4-FFF2-40B4-BE49-F238E27FC236}">
                <a16:creationId xmlns:a16="http://schemas.microsoft.com/office/drawing/2014/main" id="{F35414EE-8890-9711-1678-3D0013A6ED9B}"/>
              </a:ext>
            </a:extLst>
          </p:cNvPr>
          <p:cNvCxnSpPr/>
          <p:nvPr/>
        </p:nvCxnSpPr>
        <p:spPr>
          <a:xfrm>
            <a:off x="9037223" y="1905000"/>
            <a:ext cx="2470195" cy="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sp>
        <p:nvSpPr>
          <p:cNvPr id="39" name="Text 26">
            <a:extLst>
              <a:ext uri="{FF2B5EF4-FFF2-40B4-BE49-F238E27FC236}">
                <a16:creationId xmlns:a16="http://schemas.microsoft.com/office/drawing/2014/main" id="{A47A10B8-2C69-0973-7843-89C0525B8CA9}"/>
              </a:ext>
            </a:extLst>
          </p:cNvPr>
          <p:cNvSpPr/>
          <p:nvPr/>
        </p:nvSpPr>
        <p:spPr>
          <a:xfrm>
            <a:off x="733425" y="5197968"/>
            <a:ext cx="10773993" cy="895348"/>
          </a:xfrm>
          <a:prstGeom prst="rect">
            <a:avLst/>
          </a:prstGeom>
          <a:noFill/>
          <a:ln>
            <a:solidFill>
              <a:schemeClr val="accent6">
                <a:lumMod val="50000"/>
              </a:schemeClr>
            </a:solidFill>
          </a:ln>
        </p:spPr>
        <p:txBody>
          <a:bodyPr wrap="square" rtlCol="0" anchor="ctr"/>
          <a:lstStyle/>
          <a:p>
            <a:pPr marL="0" indent="0" algn="just">
              <a:buNone/>
            </a:pPr>
            <a:r>
              <a:rPr lang="en-US" sz="2000" b="1" dirty="0">
                <a:solidFill>
                  <a:schemeClr val="accent6">
                    <a:lumMod val="75000"/>
                  </a:schemeClr>
                </a:solidFill>
                <a:latin typeface="Calibri" pitchFamily="34" charset="0"/>
                <a:ea typeface="Calibri" pitchFamily="34" charset="-122"/>
                <a:cs typeface="Calibri" pitchFamily="34" charset="-120"/>
              </a:rPr>
              <a:t>📊  Insight: The attrition rate of 50.2% is notably high, suggesting significant workforce turnover. All 9 job roles report identical work-life balance scores of 2.5, indicating a systemic pattern worth investigating.</a:t>
            </a:r>
            <a:endParaRPr lang="en-US" sz="2000" b="1" dirty="0">
              <a:solidFill>
                <a:schemeClr val="accent6">
                  <a:lumMod val="75000"/>
                </a:schemeClr>
              </a:solidFill>
            </a:endParaRPr>
          </a:p>
        </p:txBody>
      </p:sp>
    </p:spTree>
    <p:extLst>
      <p:ext uri="{BB962C8B-B14F-4D97-AF65-F5344CB8AC3E}">
        <p14:creationId xmlns:p14="http://schemas.microsoft.com/office/powerpoint/2010/main" val="923388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D9EBF2-B818-595B-51A7-193DBD041B10}"/>
              </a:ext>
            </a:extLst>
          </p:cNvPr>
          <p:cNvPicPr>
            <a:picLocks noChangeAspect="1"/>
          </p:cNvPicPr>
          <p:nvPr/>
        </p:nvPicPr>
        <p:blipFill>
          <a:blip r:embed="rId2"/>
          <a:stretch>
            <a:fillRect/>
          </a:stretch>
        </p:blipFill>
        <p:spPr>
          <a:xfrm>
            <a:off x="12739" y="0"/>
            <a:ext cx="2942005" cy="3605614"/>
          </a:xfrm>
          <a:prstGeom prst="rect">
            <a:avLst/>
          </a:prstGeom>
        </p:spPr>
      </p:pic>
      <p:sp>
        <p:nvSpPr>
          <p:cNvPr id="6" name="Title 5">
            <a:extLst>
              <a:ext uri="{FF2B5EF4-FFF2-40B4-BE49-F238E27FC236}">
                <a16:creationId xmlns:a16="http://schemas.microsoft.com/office/drawing/2014/main" id="{10EA6921-17DC-B020-73D9-799C8077645B}"/>
              </a:ext>
            </a:extLst>
          </p:cNvPr>
          <p:cNvSpPr>
            <a:spLocks noGrp="1"/>
          </p:cNvSpPr>
          <p:nvPr>
            <p:ph type="title"/>
          </p:nvPr>
        </p:nvSpPr>
        <p:spPr>
          <a:xfrm>
            <a:off x="2954744" y="254160"/>
            <a:ext cx="3932237" cy="2457087"/>
          </a:xfrm>
        </p:spPr>
        <p:txBody>
          <a:bodyPr>
            <a:noAutofit/>
          </a:bodyPr>
          <a:lstStyle/>
          <a:p>
            <a:r>
              <a:rPr lang="en-IN" sz="2300" b="1" dirty="0">
                <a:solidFill>
                  <a:schemeClr val="accent6">
                    <a:lumMod val="50000"/>
                  </a:schemeClr>
                </a:solidFill>
              </a:rPr>
              <a:t>Healthy Rate : 10-15%</a:t>
            </a:r>
            <a:br>
              <a:rPr lang="en-IN" sz="2300" b="1" dirty="0">
                <a:solidFill>
                  <a:schemeClr val="accent6">
                    <a:lumMod val="50000"/>
                  </a:schemeClr>
                </a:solidFill>
              </a:rPr>
            </a:br>
            <a:br>
              <a:rPr lang="en-IN" sz="2300" b="1" dirty="0">
                <a:solidFill>
                  <a:schemeClr val="accent6">
                    <a:lumMod val="50000"/>
                  </a:schemeClr>
                </a:solidFill>
              </a:rPr>
            </a:br>
            <a:br>
              <a:rPr lang="en-IN" sz="2300" b="1" dirty="0">
                <a:solidFill>
                  <a:schemeClr val="accent6">
                    <a:lumMod val="50000"/>
                  </a:schemeClr>
                </a:solidFill>
              </a:rPr>
            </a:br>
            <a:r>
              <a:rPr lang="en-IN" sz="2300" b="1" dirty="0"/>
              <a:t>Here, </a:t>
            </a:r>
            <a:br>
              <a:rPr lang="en-IN" sz="2300" b="1" dirty="0">
                <a:solidFill>
                  <a:schemeClr val="accent6">
                    <a:lumMod val="50000"/>
                  </a:schemeClr>
                </a:solidFill>
              </a:rPr>
            </a:br>
            <a:br>
              <a:rPr lang="en-IN" sz="2300" b="1" dirty="0">
                <a:solidFill>
                  <a:schemeClr val="accent6">
                    <a:lumMod val="50000"/>
                  </a:schemeClr>
                </a:solidFill>
              </a:rPr>
            </a:br>
            <a:br>
              <a:rPr lang="en-IN" sz="2300" dirty="0"/>
            </a:br>
            <a:br>
              <a:rPr lang="en-IN" sz="2300" dirty="0"/>
            </a:br>
            <a:r>
              <a:rPr lang="en-IN" sz="2300" dirty="0"/>
              <a:t>              </a:t>
            </a:r>
            <a:r>
              <a:rPr lang="en-IN" sz="2300" b="1" dirty="0"/>
              <a:t>Around </a:t>
            </a:r>
            <a:r>
              <a:rPr lang="en-IN" sz="2300" b="1" dirty="0">
                <a:solidFill>
                  <a:srgbClr val="C00000"/>
                </a:solidFill>
              </a:rPr>
              <a:t>40%</a:t>
            </a:r>
          </a:p>
        </p:txBody>
      </p:sp>
      <p:pic>
        <p:nvPicPr>
          <p:cNvPr id="10" name="Graphic 9" descr="Upward trend with solid fill">
            <a:extLst>
              <a:ext uri="{FF2B5EF4-FFF2-40B4-BE49-F238E27FC236}">
                <a16:creationId xmlns:a16="http://schemas.microsoft.com/office/drawing/2014/main" id="{FA015698-1469-BA73-759C-75AD6491C2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74145" y="1786831"/>
            <a:ext cx="914400" cy="914400"/>
          </a:xfrm>
          <a:prstGeom prst="rect">
            <a:avLst/>
          </a:prstGeom>
        </p:spPr>
      </p:pic>
      <p:sp>
        <p:nvSpPr>
          <p:cNvPr id="11" name="Title 5">
            <a:extLst>
              <a:ext uri="{FF2B5EF4-FFF2-40B4-BE49-F238E27FC236}">
                <a16:creationId xmlns:a16="http://schemas.microsoft.com/office/drawing/2014/main" id="{63681D6C-DB8F-B4C2-2A6A-94C4A64A35D8}"/>
              </a:ext>
            </a:extLst>
          </p:cNvPr>
          <p:cNvSpPr txBox="1">
            <a:spLocks/>
          </p:cNvSpPr>
          <p:nvPr/>
        </p:nvSpPr>
        <p:spPr>
          <a:xfrm>
            <a:off x="7271137" y="684325"/>
            <a:ext cx="3932237" cy="245708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50000"/>
              </a:lnSpc>
            </a:pPr>
            <a:r>
              <a:rPr lang="en-IN" sz="2300" b="1" u="sng" dirty="0">
                <a:solidFill>
                  <a:srgbClr val="C00000"/>
                </a:solidFill>
              </a:rPr>
              <a:t>Risks: </a:t>
            </a:r>
          </a:p>
          <a:p>
            <a:pPr marL="457200" indent="-457200">
              <a:lnSpc>
                <a:spcPct val="150000"/>
              </a:lnSpc>
              <a:buFont typeface="Arial" panose="020B0604020202020204" pitchFamily="34" charset="0"/>
              <a:buChar char="•"/>
            </a:pPr>
            <a:r>
              <a:rPr lang="en-IN" sz="2300" b="1" dirty="0"/>
              <a:t>Lost Productivity </a:t>
            </a:r>
          </a:p>
          <a:p>
            <a:pPr marL="457200" indent="-457200">
              <a:lnSpc>
                <a:spcPct val="150000"/>
              </a:lnSpc>
              <a:buFont typeface="Arial" panose="020B0604020202020204" pitchFamily="34" charset="0"/>
              <a:buChar char="•"/>
            </a:pPr>
            <a:r>
              <a:rPr lang="en-IN" sz="2300" b="1" dirty="0"/>
              <a:t>Recruitment, Onboarding Costs</a:t>
            </a:r>
          </a:p>
          <a:p>
            <a:pPr marL="457200" indent="-457200">
              <a:lnSpc>
                <a:spcPct val="150000"/>
              </a:lnSpc>
              <a:buFont typeface="Arial" panose="020B0604020202020204" pitchFamily="34" charset="0"/>
              <a:buChar char="•"/>
            </a:pPr>
            <a:r>
              <a:rPr lang="en-IN" sz="2300" b="1" dirty="0"/>
              <a:t>Leadership Gaps</a:t>
            </a:r>
          </a:p>
          <a:p>
            <a:pPr marL="457200" indent="-457200">
              <a:lnSpc>
                <a:spcPct val="150000"/>
              </a:lnSpc>
              <a:buFont typeface="Arial" panose="020B0604020202020204" pitchFamily="34" charset="0"/>
              <a:buChar char="•"/>
            </a:pPr>
            <a:r>
              <a:rPr lang="en-IN" sz="2300" b="1" dirty="0"/>
              <a:t>Sign of Dissatisfaction</a:t>
            </a:r>
          </a:p>
        </p:txBody>
      </p:sp>
      <p:sp>
        <p:nvSpPr>
          <p:cNvPr id="12" name="Title 5">
            <a:extLst>
              <a:ext uri="{FF2B5EF4-FFF2-40B4-BE49-F238E27FC236}">
                <a16:creationId xmlns:a16="http://schemas.microsoft.com/office/drawing/2014/main" id="{0B8BEF14-0922-CF62-F4FA-9D1735645C1E}"/>
              </a:ext>
            </a:extLst>
          </p:cNvPr>
          <p:cNvSpPr txBox="1">
            <a:spLocks/>
          </p:cNvSpPr>
          <p:nvPr/>
        </p:nvSpPr>
        <p:spPr>
          <a:xfrm>
            <a:off x="130646" y="3173304"/>
            <a:ext cx="11756554" cy="262951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IN" sz="2300" b="1" u="sng" dirty="0">
                <a:solidFill>
                  <a:srgbClr val="C00000"/>
                </a:solidFill>
              </a:rPr>
              <a:t>Suggestions:</a:t>
            </a:r>
          </a:p>
          <a:p>
            <a:pPr marL="457200" lvl="0" indent="-457200" algn="just">
              <a:lnSpc>
                <a:spcPct val="100000"/>
              </a:lnSpc>
              <a:buFont typeface="Arial" panose="020B0604020202020204" pitchFamily="34" charset="0"/>
              <a:buChar char="•"/>
            </a:pPr>
            <a:r>
              <a:rPr lang="en-IN" sz="2300" b="1" dirty="0"/>
              <a:t>attrition is systemic rather than department-specific. </a:t>
            </a:r>
          </a:p>
          <a:p>
            <a:pPr lvl="0" algn="just">
              <a:lnSpc>
                <a:spcPct val="100000"/>
              </a:lnSpc>
            </a:pPr>
            <a:endParaRPr lang="en-IN" sz="2300" b="1" dirty="0"/>
          </a:p>
          <a:p>
            <a:pPr marL="457200" lvl="0" indent="-457200" algn="just">
              <a:lnSpc>
                <a:spcPct val="100000"/>
              </a:lnSpc>
              <a:buFont typeface="Arial" panose="020B0604020202020204" pitchFamily="34" charset="0"/>
              <a:buChar char="•"/>
            </a:pPr>
            <a:r>
              <a:rPr lang="en-IN" sz="2300" b="1" dirty="0"/>
              <a:t>need to address company-wide factors such as </a:t>
            </a:r>
            <a:r>
              <a:rPr lang="en-IN" sz="2300" b="1" dirty="0">
                <a:solidFill>
                  <a:srgbClr val="002060"/>
                </a:solidFill>
                <a:effectLst>
                  <a:outerShdw blurRad="38100" dist="38100" dir="2700000" algn="tl">
                    <a:srgbClr val="000000">
                      <a:alpha val="43137"/>
                    </a:srgbClr>
                  </a:outerShdw>
                </a:effectLst>
              </a:rPr>
              <a:t>culture, policies, </a:t>
            </a:r>
            <a:r>
              <a:rPr lang="en-IN" sz="2300" b="1" dirty="0">
                <a:solidFill>
                  <a:srgbClr val="002060"/>
                </a:solidFill>
              </a:rPr>
              <a:t>or </a:t>
            </a:r>
            <a:r>
              <a:rPr lang="en-IN" sz="2300" b="1" dirty="0">
                <a:solidFill>
                  <a:srgbClr val="002060"/>
                </a:solidFill>
                <a:effectLst>
                  <a:outerShdw blurRad="38100" dist="38100" dir="2700000" algn="tl">
                    <a:srgbClr val="000000">
                      <a:alpha val="43137"/>
                    </a:srgbClr>
                  </a:outerShdw>
                </a:effectLst>
              </a:rPr>
              <a:t>career growth opportunities </a:t>
            </a:r>
            <a:r>
              <a:rPr lang="en-IN" sz="2300" b="1" dirty="0"/>
              <a:t>rather than focusing only on one department.</a:t>
            </a:r>
          </a:p>
        </p:txBody>
      </p:sp>
    </p:spTree>
    <p:extLst>
      <p:ext uri="{BB962C8B-B14F-4D97-AF65-F5344CB8AC3E}">
        <p14:creationId xmlns:p14="http://schemas.microsoft.com/office/powerpoint/2010/main" val="1469271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603AD9-3272-56EC-83FB-A0077C376CC4}"/>
              </a:ext>
            </a:extLst>
          </p:cNvPr>
          <p:cNvPicPr>
            <a:picLocks noChangeAspect="1"/>
          </p:cNvPicPr>
          <p:nvPr/>
        </p:nvPicPr>
        <p:blipFill>
          <a:blip r:embed="rId2"/>
          <a:stretch>
            <a:fillRect/>
          </a:stretch>
        </p:blipFill>
        <p:spPr>
          <a:xfrm>
            <a:off x="0" y="102288"/>
            <a:ext cx="2720135" cy="3171854"/>
          </a:xfrm>
          <a:prstGeom prst="rect">
            <a:avLst/>
          </a:prstGeom>
        </p:spPr>
      </p:pic>
      <p:sp>
        <p:nvSpPr>
          <p:cNvPr id="4" name="Title 5">
            <a:extLst>
              <a:ext uri="{FF2B5EF4-FFF2-40B4-BE49-F238E27FC236}">
                <a16:creationId xmlns:a16="http://schemas.microsoft.com/office/drawing/2014/main" id="{40CDC9F9-E70B-D49F-90F3-3C69249AD0DE}"/>
              </a:ext>
            </a:extLst>
          </p:cNvPr>
          <p:cNvSpPr txBox="1">
            <a:spLocks/>
          </p:cNvSpPr>
          <p:nvPr/>
        </p:nvSpPr>
        <p:spPr>
          <a:xfrm>
            <a:off x="2954744" y="254160"/>
            <a:ext cx="3932237" cy="2457087"/>
          </a:xfrm>
          <a:prstGeom prst="rect">
            <a:avLst/>
          </a:prstGeom>
        </p:spPr>
        <p:txBody>
          <a:bodyPr>
            <a:normAutofit fontScale="5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solidFill>
                  <a:schemeClr val="accent6">
                    <a:lumMod val="50000"/>
                  </a:schemeClr>
                </a:solidFill>
              </a:rPr>
              <a:t>Normal Range: 4-8 yrs (Entry Level to Senior Level)</a:t>
            </a:r>
            <a:br>
              <a:rPr lang="en-IN" b="1" dirty="0">
                <a:solidFill>
                  <a:schemeClr val="accent6">
                    <a:lumMod val="50000"/>
                  </a:schemeClr>
                </a:solidFill>
              </a:rPr>
            </a:br>
            <a:br>
              <a:rPr lang="en-IN" b="1" dirty="0">
                <a:solidFill>
                  <a:schemeClr val="accent6">
                    <a:lumMod val="50000"/>
                  </a:schemeClr>
                </a:solidFill>
              </a:rPr>
            </a:br>
            <a:r>
              <a:rPr lang="en-IN" b="1" dirty="0"/>
              <a:t>Here, </a:t>
            </a:r>
            <a:br>
              <a:rPr lang="en-IN" b="1" dirty="0">
                <a:solidFill>
                  <a:schemeClr val="accent6">
                    <a:lumMod val="50000"/>
                  </a:schemeClr>
                </a:solidFill>
              </a:rPr>
            </a:br>
            <a:br>
              <a:rPr lang="en-IN" dirty="0"/>
            </a:br>
            <a:endParaRPr lang="en-IN" dirty="0"/>
          </a:p>
          <a:p>
            <a:endParaRPr lang="en-IN" dirty="0"/>
          </a:p>
          <a:p>
            <a:br>
              <a:rPr lang="en-IN" dirty="0"/>
            </a:br>
            <a:r>
              <a:rPr lang="en-IN" dirty="0"/>
              <a:t>            </a:t>
            </a:r>
            <a:r>
              <a:rPr lang="en-IN" b="1" dirty="0"/>
              <a:t>Around </a:t>
            </a:r>
            <a:r>
              <a:rPr lang="en-IN" b="1" dirty="0">
                <a:solidFill>
                  <a:srgbClr val="C00000"/>
                </a:solidFill>
              </a:rPr>
              <a:t>12.5 yrs </a:t>
            </a:r>
          </a:p>
          <a:p>
            <a:endParaRPr lang="en-IN" b="1" dirty="0">
              <a:solidFill>
                <a:srgbClr val="C00000"/>
              </a:solidFill>
            </a:endParaRPr>
          </a:p>
        </p:txBody>
      </p:sp>
      <p:pic>
        <p:nvPicPr>
          <p:cNvPr id="5" name="Graphic 4" descr="Upward trend with solid fill">
            <a:extLst>
              <a:ext uri="{FF2B5EF4-FFF2-40B4-BE49-F238E27FC236}">
                <a16:creationId xmlns:a16="http://schemas.microsoft.com/office/drawing/2014/main" id="{2FF11C3D-E4F7-697D-FB17-BE72DD303B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44648" y="1688215"/>
            <a:ext cx="914400" cy="914400"/>
          </a:xfrm>
          <a:prstGeom prst="rect">
            <a:avLst/>
          </a:prstGeom>
        </p:spPr>
      </p:pic>
      <p:sp>
        <p:nvSpPr>
          <p:cNvPr id="6" name="Title 5">
            <a:extLst>
              <a:ext uri="{FF2B5EF4-FFF2-40B4-BE49-F238E27FC236}">
                <a16:creationId xmlns:a16="http://schemas.microsoft.com/office/drawing/2014/main" id="{AC397ABE-D783-F640-6E0E-BD52095F6B04}"/>
              </a:ext>
            </a:extLst>
          </p:cNvPr>
          <p:cNvSpPr txBox="1">
            <a:spLocks/>
          </p:cNvSpPr>
          <p:nvPr/>
        </p:nvSpPr>
        <p:spPr>
          <a:xfrm>
            <a:off x="7381233" y="1244764"/>
            <a:ext cx="3932237" cy="245708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IN" sz="2300" b="1" u="sng" dirty="0">
                <a:solidFill>
                  <a:srgbClr val="C00000"/>
                </a:solidFill>
              </a:rPr>
              <a:t>Risks: </a:t>
            </a:r>
          </a:p>
          <a:p>
            <a:pPr marL="457200" indent="-457200">
              <a:lnSpc>
                <a:spcPct val="100000"/>
              </a:lnSpc>
              <a:buFont typeface="Arial" panose="020B0604020202020204" pitchFamily="34" charset="0"/>
              <a:buChar char="•"/>
            </a:pPr>
            <a:r>
              <a:rPr lang="en-IN" sz="2300" b="1" dirty="0"/>
              <a:t>Lack of Advancement opportunities</a:t>
            </a:r>
          </a:p>
          <a:p>
            <a:pPr marL="457200" indent="-457200">
              <a:lnSpc>
                <a:spcPct val="100000"/>
              </a:lnSpc>
              <a:buFont typeface="Arial" panose="020B0604020202020204" pitchFamily="34" charset="0"/>
              <a:buChar char="•"/>
            </a:pPr>
            <a:r>
              <a:rPr lang="en-IN" sz="2300" b="1" dirty="0"/>
              <a:t>Mid-Late Career disengagement</a:t>
            </a:r>
          </a:p>
          <a:p>
            <a:pPr marL="457200" indent="-457200">
              <a:lnSpc>
                <a:spcPct val="100000"/>
              </a:lnSpc>
              <a:buFont typeface="Arial" panose="020B0604020202020204" pitchFamily="34" charset="0"/>
              <a:buChar char="•"/>
            </a:pPr>
            <a:r>
              <a:rPr lang="en-IN" sz="2300" b="1" dirty="0"/>
              <a:t>Reduced Innovation</a:t>
            </a:r>
          </a:p>
          <a:p>
            <a:pPr marL="457200" indent="-457200">
              <a:lnSpc>
                <a:spcPct val="100000"/>
              </a:lnSpc>
              <a:buFont typeface="Arial" panose="020B0604020202020204" pitchFamily="34" charset="0"/>
              <a:buChar char="•"/>
            </a:pPr>
            <a:r>
              <a:rPr lang="en-IN" sz="2300" b="1" dirty="0"/>
              <a:t>Resistance to change</a:t>
            </a:r>
          </a:p>
          <a:p>
            <a:pPr marL="457200" indent="-457200">
              <a:lnSpc>
                <a:spcPct val="100000"/>
              </a:lnSpc>
              <a:buFont typeface="Arial" panose="020B0604020202020204" pitchFamily="34" charset="0"/>
              <a:buChar char="•"/>
            </a:pPr>
            <a:r>
              <a:rPr lang="en-IN" sz="2300" b="1" dirty="0"/>
              <a:t>Skill stagnation </a:t>
            </a:r>
          </a:p>
          <a:p>
            <a:pPr marL="457200" indent="-457200">
              <a:lnSpc>
                <a:spcPct val="100000"/>
              </a:lnSpc>
              <a:buFont typeface="Arial" panose="020B0604020202020204" pitchFamily="34" charset="0"/>
              <a:buChar char="•"/>
            </a:pPr>
            <a:r>
              <a:rPr lang="en-IN" sz="2300" b="1" dirty="0"/>
              <a:t>Lack new Perspectives </a:t>
            </a:r>
          </a:p>
          <a:p>
            <a:pPr marL="457200" indent="-457200">
              <a:lnSpc>
                <a:spcPct val="100000"/>
              </a:lnSpc>
              <a:buFont typeface="Arial" panose="020B0604020202020204" pitchFamily="34" charset="0"/>
              <a:buChar char="•"/>
            </a:pPr>
            <a:endParaRPr lang="en-IN" sz="2300" b="1" dirty="0"/>
          </a:p>
        </p:txBody>
      </p:sp>
      <p:sp>
        <p:nvSpPr>
          <p:cNvPr id="7" name="Title 5">
            <a:extLst>
              <a:ext uri="{FF2B5EF4-FFF2-40B4-BE49-F238E27FC236}">
                <a16:creationId xmlns:a16="http://schemas.microsoft.com/office/drawing/2014/main" id="{6B61AC80-74DF-9F43-0E96-1CFE1FB72178}"/>
              </a:ext>
            </a:extLst>
          </p:cNvPr>
          <p:cNvSpPr txBox="1">
            <a:spLocks/>
          </p:cNvSpPr>
          <p:nvPr/>
        </p:nvSpPr>
        <p:spPr>
          <a:xfrm>
            <a:off x="130646" y="4036670"/>
            <a:ext cx="11815548" cy="2206814"/>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50000"/>
              </a:lnSpc>
            </a:pPr>
            <a:r>
              <a:rPr lang="en-IN" sz="2400" b="1" u="sng" dirty="0">
                <a:solidFill>
                  <a:srgbClr val="C00000"/>
                </a:solidFill>
              </a:rPr>
              <a:t>Suggestions:</a:t>
            </a:r>
          </a:p>
          <a:p>
            <a:pPr marL="457200" lvl="0" indent="-457200" algn="just">
              <a:lnSpc>
                <a:spcPct val="150000"/>
              </a:lnSpc>
              <a:buFont typeface="Arial" panose="020B0604020202020204" pitchFamily="34" charset="0"/>
              <a:buChar char="•"/>
            </a:pPr>
            <a:r>
              <a:rPr lang="en-IN" sz="2400" b="1" dirty="0"/>
              <a:t>Explore </a:t>
            </a:r>
            <a:r>
              <a:rPr lang="en-IN" sz="2400" b="1" dirty="0">
                <a:solidFill>
                  <a:srgbClr val="002060"/>
                </a:solidFill>
                <a:effectLst>
                  <a:outerShdw blurRad="38100" dist="38100" dir="2700000" algn="tl">
                    <a:srgbClr val="000000">
                      <a:alpha val="43137"/>
                    </a:srgbClr>
                  </a:outerShdw>
                </a:effectLst>
              </a:rPr>
              <a:t>Career Pathing </a:t>
            </a:r>
            <a:r>
              <a:rPr lang="en-IN" sz="2400" b="1" dirty="0"/>
              <a:t>for Senior Employees </a:t>
            </a:r>
          </a:p>
          <a:p>
            <a:pPr marL="457200" lvl="0" indent="-457200" algn="just">
              <a:lnSpc>
                <a:spcPct val="150000"/>
              </a:lnSpc>
              <a:buFont typeface="Arial" panose="020B0604020202020204" pitchFamily="34" charset="0"/>
              <a:buChar char="•"/>
            </a:pPr>
            <a:r>
              <a:rPr lang="en-IN" sz="2400" b="1" dirty="0">
                <a:solidFill>
                  <a:srgbClr val="002060"/>
                </a:solidFill>
                <a:effectLst>
                  <a:outerShdw blurRad="38100" dist="38100" dir="2700000" algn="tl">
                    <a:srgbClr val="000000">
                      <a:alpha val="43137"/>
                    </a:srgbClr>
                  </a:outerShdw>
                </a:effectLst>
              </a:rPr>
              <a:t>Promote Internal Mobility </a:t>
            </a:r>
            <a:r>
              <a:rPr lang="en-IN" sz="2400" b="1" dirty="0"/>
              <a:t>– for challenged employee engagement</a:t>
            </a:r>
          </a:p>
          <a:p>
            <a:pPr marL="457200" lvl="0" indent="-457200" algn="just">
              <a:lnSpc>
                <a:spcPct val="150000"/>
              </a:lnSpc>
              <a:buFont typeface="Arial" panose="020B0604020202020204" pitchFamily="34" charset="0"/>
              <a:buChar char="•"/>
            </a:pPr>
            <a:r>
              <a:rPr lang="en-IN" sz="2400" b="1" dirty="0"/>
              <a:t>Encourage </a:t>
            </a:r>
            <a:r>
              <a:rPr lang="en-IN" sz="2400" b="1" dirty="0">
                <a:solidFill>
                  <a:srgbClr val="002060"/>
                </a:solidFill>
                <a:effectLst>
                  <a:outerShdw blurRad="38100" dist="38100" dir="2700000" algn="tl">
                    <a:srgbClr val="000000">
                      <a:alpha val="43137"/>
                    </a:srgbClr>
                  </a:outerShdw>
                </a:effectLst>
              </a:rPr>
              <a:t>continuous learning </a:t>
            </a:r>
            <a:r>
              <a:rPr lang="en-IN" sz="2400" b="1" dirty="0"/>
              <a:t>through training and certifications</a:t>
            </a:r>
          </a:p>
        </p:txBody>
      </p:sp>
    </p:spTree>
    <p:extLst>
      <p:ext uri="{BB962C8B-B14F-4D97-AF65-F5344CB8AC3E}">
        <p14:creationId xmlns:p14="http://schemas.microsoft.com/office/powerpoint/2010/main" val="3877725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A54C3-D304-3DD1-9C83-53797885A128}"/>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F83144CF-17B1-6FC9-E5D2-9A6BE72A99DF}"/>
              </a:ext>
            </a:extLst>
          </p:cNvPr>
          <p:cNvSpPr txBox="1">
            <a:spLocks/>
          </p:cNvSpPr>
          <p:nvPr/>
        </p:nvSpPr>
        <p:spPr>
          <a:xfrm>
            <a:off x="2954744" y="254160"/>
            <a:ext cx="3932237" cy="2457087"/>
          </a:xfrm>
          <a:prstGeom prst="rect">
            <a:avLst/>
          </a:prstGeom>
        </p:spPr>
        <p:txBody>
          <a:bodyPr>
            <a:normAutofit fontScale="5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solidFill>
                  <a:schemeClr val="accent6">
                    <a:lumMod val="50000"/>
                  </a:schemeClr>
                </a:solidFill>
              </a:rPr>
              <a:t>Healthy Benchmark: 3 out of 4</a:t>
            </a:r>
            <a:br>
              <a:rPr lang="en-IN" b="1" dirty="0">
                <a:solidFill>
                  <a:schemeClr val="accent6">
                    <a:lumMod val="50000"/>
                  </a:schemeClr>
                </a:solidFill>
              </a:rPr>
            </a:br>
            <a:endParaRPr lang="en-IN" b="1" dirty="0">
              <a:solidFill>
                <a:schemeClr val="accent6">
                  <a:lumMod val="50000"/>
                </a:schemeClr>
              </a:solidFill>
            </a:endParaRPr>
          </a:p>
          <a:p>
            <a:r>
              <a:rPr lang="en-IN" b="1" dirty="0"/>
              <a:t>Here, </a:t>
            </a:r>
            <a:br>
              <a:rPr lang="en-IN" b="1" dirty="0">
                <a:solidFill>
                  <a:schemeClr val="accent6">
                    <a:lumMod val="50000"/>
                  </a:schemeClr>
                </a:solidFill>
              </a:rPr>
            </a:br>
            <a:br>
              <a:rPr lang="en-IN" dirty="0"/>
            </a:br>
            <a:r>
              <a:rPr lang="en-IN" dirty="0"/>
              <a:t> </a:t>
            </a:r>
            <a:r>
              <a:rPr lang="en-IN" b="1" dirty="0">
                <a:solidFill>
                  <a:schemeClr val="accent2">
                    <a:lumMod val="75000"/>
                  </a:schemeClr>
                </a:solidFill>
              </a:rPr>
              <a:t>Moderate Satisfaction</a:t>
            </a:r>
          </a:p>
          <a:p>
            <a:endParaRPr lang="en-IN" dirty="0"/>
          </a:p>
          <a:p>
            <a:br>
              <a:rPr lang="en-IN" dirty="0"/>
            </a:br>
            <a:r>
              <a:rPr lang="en-IN" dirty="0"/>
              <a:t>            </a:t>
            </a:r>
            <a:r>
              <a:rPr lang="en-IN" b="1" dirty="0"/>
              <a:t>Around </a:t>
            </a:r>
            <a:r>
              <a:rPr lang="en-IN" b="1" dirty="0">
                <a:solidFill>
                  <a:srgbClr val="C00000"/>
                </a:solidFill>
              </a:rPr>
              <a:t>0.5</a:t>
            </a:r>
          </a:p>
          <a:p>
            <a:endParaRPr lang="en-IN" b="1" dirty="0">
              <a:solidFill>
                <a:srgbClr val="C00000"/>
              </a:solidFill>
            </a:endParaRPr>
          </a:p>
        </p:txBody>
      </p:sp>
      <p:sp>
        <p:nvSpPr>
          <p:cNvPr id="6" name="Title 5">
            <a:extLst>
              <a:ext uri="{FF2B5EF4-FFF2-40B4-BE49-F238E27FC236}">
                <a16:creationId xmlns:a16="http://schemas.microsoft.com/office/drawing/2014/main" id="{2791A5FF-0749-8C7F-9AD1-CB3BE5B2104F}"/>
              </a:ext>
            </a:extLst>
          </p:cNvPr>
          <p:cNvSpPr txBox="1">
            <a:spLocks/>
          </p:cNvSpPr>
          <p:nvPr/>
        </p:nvSpPr>
        <p:spPr>
          <a:xfrm>
            <a:off x="7381233" y="576170"/>
            <a:ext cx="3932237" cy="245708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IN" sz="2300" b="1" u="sng" dirty="0">
                <a:solidFill>
                  <a:srgbClr val="C00000"/>
                </a:solidFill>
              </a:rPr>
              <a:t>Risks: </a:t>
            </a:r>
          </a:p>
          <a:p>
            <a:pPr marL="457200" indent="-457200">
              <a:lnSpc>
                <a:spcPct val="100000"/>
              </a:lnSpc>
              <a:buFont typeface="Arial" panose="020B0604020202020204" pitchFamily="34" charset="0"/>
              <a:buChar char="•"/>
            </a:pPr>
            <a:r>
              <a:rPr lang="en-IN" sz="2300" b="1" dirty="0"/>
              <a:t>High Burnout Risk if unaddressed. </a:t>
            </a:r>
          </a:p>
          <a:p>
            <a:pPr marL="457200" indent="-457200">
              <a:lnSpc>
                <a:spcPct val="100000"/>
              </a:lnSpc>
              <a:buFont typeface="Arial" panose="020B0604020202020204" pitchFamily="34" charset="0"/>
              <a:buChar char="•"/>
            </a:pPr>
            <a:r>
              <a:rPr lang="en-IN" sz="2300" b="1" dirty="0"/>
              <a:t>Health issues due to </a:t>
            </a:r>
            <a:r>
              <a:rPr lang="en-IN" sz="2300" b="1" dirty="0">
                <a:solidFill>
                  <a:srgbClr val="FF0000"/>
                </a:solidFill>
              </a:rPr>
              <a:t>High (114.45 hrs) </a:t>
            </a:r>
            <a:r>
              <a:rPr lang="en-IN" sz="2300" b="1" dirty="0"/>
              <a:t>Average Working Hours</a:t>
            </a:r>
          </a:p>
          <a:p>
            <a:pPr marL="457200" indent="-457200">
              <a:lnSpc>
                <a:spcPct val="100000"/>
              </a:lnSpc>
              <a:buFont typeface="Arial" panose="020B0604020202020204" pitchFamily="34" charset="0"/>
              <a:buChar char="•"/>
            </a:pPr>
            <a:r>
              <a:rPr lang="en-IN" sz="2300" b="1" dirty="0"/>
              <a:t>Leads to High Attritions</a:t>
            </a:r>
          </a:p>
          <a:p>
            <a:pPr marL="457200" indent="-457200">
              <a:lnSpc>
                <a:spcPct val="100000"/>
              </a:lnSpc>
              <a:buFont typeface="Arial" panose="020B0604020202020204" pitchFamily="34" charset="0"/>
              <a:buChar char="•"/>
            </a:pPr>
            <a:endParaRPr lang="en-IN" sz="2300" b="1" dirty="0"/>
          </a:p>
        </p:txBody>
      </p:sp>
      <p:sp>
        <p:nvSpPr>
          <p:cNvPr id="7" name="Title 5">
            <a:extLst>
              <a:ext uri="{FF2B5EF4-FFF2-40B4-BE49-F238E27FC236}">
                <a16:creationId xmlns:a16="http://schemas.microsoft.com/office/drawing/2014/main" id="{8D71C787-7B0B-ADCB-B302-8246B9959549}"/>
              </a:ext>
            </a:extLst>
          </p:cNvPr>
          <p:cNvSpPr txBox="1">
            <a:spLocks/>
          </p:cNvSpPr>
          <p:nvPr/>
        </p:nvSpPr>
        <p:spPr>
          <a:xfrm>
            <a:off x="-1" y="3939790"/>
            <a:ext cx="11887201" cy="2664050"/>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50000"/>
              </a:lnSpc>
            </a:pPr>
            <a:r>
              <a:rPr lang="en-IN" sz="2300" b="1" u="sng" dirty="0">
                <a:solidFill>
                  <a:srgbClr val="C00000"/>
                </a:solidFill>
              </a:rPr>
              <a:t>Suggestions:</a:t>
            </a:r>
          </a:p>
          <a:p>
            <a:pPr marL="342900" indent="-342900">
              <a:lnSpc>
                <a:spcPct val="150000"/>
              </a:lnSpc>
              <a:buFont typeface="Arial" panose="020B0604020202020204" pitchFamily="34" charset="0"/>
              <a:buChar char="•"/>
            </a:pPr>
            <a:r>
              <a:rPr lang="en-IN" sz="2400" b="1" dirty="0">
                <a:solidFill>
                  <a:srgbClr val="002060"/>
                </a:solidFill>
                <a:effectLst>
                  <a:outerShdw blurRad="38100" dist="38100" dir="2700000" algn="tl">
                    <a:srgbClr val="000000">
                      <a:alpha val="43137"/>
                    </a:srgbClr>
                  </a:outerShdw>
                </a:effectLst>
              </a:rPr>
              <a:t>Encourage flexible schedules </a:t>
            </a:r>
            <a:r>
              <a:rPr lang="en-IN" sz="2400" dirty="0"/>
              <a:t>to reduce stress.</a:t>
            </a:r>
          </a:p>
          <a:p>
            <a:pPr marL="342900" indent="-342900">
              <a:lnSpc>
                <a:spcPct val="150000"/>
              </a:lnSpc>
              <a:buFont typeface="Arial" panose="020B0604020202020204" pitchFamily="34" charset="0"/>
              <a:buChar char="•"/>
            </a:pPr>
            <a:r>
              <a:rPr lang="en-IN" sz="2400" b="1" dirty="0">
                <a:solidFill>
                  <a:srgbClr val="002060"/>
                </a:solidFill>
                <a:effectLst>
                  <a:outerShdw blurRad="38100" dist="38100" dir="2700000" algn="tl">
                    <a:srgbClr val="000000">
                      <a:alpha val="43137"/>
                    </a:srgbClr>
                  </a:outerShdw>
                </a:effectLst>
              </a:rPr>
              <a:t>Offer wellness programs </a:t>
            </a:r>
            <a:r>
              <a:rPr lang="en-IN" sz="2400" dirty="0"/>
              <a:t>to support mental health.</a:t>
            </a:r>
          </a:p>
          <a:p>
            <a:pPr marL="342900" indent="-342900">
              <a:lnSpc>
                <a:spcPct val="150000"/>
              </a:lnSpc>
              <a:buFont typeface="Arial" panose="020B0604020202020204" pitchFamily="34" charset="0"/>
              <a:buChar char="•"/>
            </a:pPr>
            <a:r>
              <a:rPr lang="en-IN" sz="2400" b="1" dirty="0">
                <a:solidFill>
                  <a:srgbClr val="002060"/>
                </a:solidFill>
                <a:effectLst>
                  <a:outerShdw blurRad="38100" dist="38100" dir="2700000" algn="tl">
                    <a:srgbClr val="000000">
                      <a:alpha val="43137"/>
                    </a:srgbClr>
                  </a:outerShdw>
                </a:effectLst>
              </a:rPr>
              <a:t>Promote realistic workloads</a:t>
            </a:r>
            <a:r>
              <a:rPr lang="en-IN" sz="2400" dirty="0">
                <a:solidFill>
                  <a:srgbClr val="002060"/>
                </a:solidFill>
                <a:effectLst>
                  <a:outerShdw blurRad="38100" dist="38100" dir="2700000" algn="tl">
                    <a:srgbClr val="000000">
                      <a:alpha val="43137"/>
                    </a:srgbClr>
                  </a:outerShdw>
                </a:effectLst>
              </a:rPr>
              <a:t> </a:t>
            </a:r>
            <a:r>
              <a:rPr lang="en-IN" sz="2400" dirty="0"/>
              <a:t>by auditing tasks and redistributing.</a:t>
            </a:r>
          </a:p>
          <a:p>
            <a:pPr marL="342900" indent="-342900">
              <a:lnSpc>
                <a:spcPct val="150000"/>
              </a:lnSpc>
              <a:buFont typeface="Arial" panose="020B0604020202020204" pitchFamily="34" charset="0"/>
              <a:buChar char="•"/>
            </a:pPr>
            <a:r>
              <a:rPr lang="en-IN" sz="2400" b="1" dirty="0">
                <a:solidFill>
                  <a:srgbClr val="002060"/>
                </a:solidFill>
                <a:effectLst>
                  <a:outerShdw blurRad="38100" dist="38100" dir="2700000" algn="tl">
                    <a:srgbClr val="000000">
                      <a:alpha val="43137"/>
                    </a:srgbClr>
                  </a:outerShdw>
                </a:effectLst>
              </a:rPr>
              <a:t>Strengthen leave policies</a:t>
            </a:r>
            <a:r>
              <a:rPr lang="en-IN" sz="2400" dirty="0">
                <a:solidFill>
                  <a:srgbClr val="002060"/>
                </a:solidFill>
                <a:effectLst>
                  <a:outerShdw blurRad="38100" dist="38100" dir="2700000" algn="tl">
                    <a:srgbClr val="000000">
                      <a:alpha val="43137"/>
                    </a:srgbClr>
                  </a:outerShdw>
                </a:effectLst>
              </a:rPr>
              <a:t> </a:t>
            </a:r>
            <a:r>
              <a:rPr lang="en-IN" sz="2400" dirty="0"/>
              <a:t>to align with global best practices.</a:t>
            </a:r>
          </a:p>
        </p:txBody>
      </p:sp>
      <p:pic>
        <p:nvPicPr>
          <p:cNvPr id="2" name="Picture 1">
            <a:extLst>
              <a:ext uri="{FF2B5EF4-FFF2-40B4-BE49-F238E27FC236}">
                <a16:creationId xmlns:a16="http://schemas.microsoft.com/office/drawing/2014/main" id="{8514A72B-3F01-9B4C-E0B4-7872B32C0F37}"/>
              </a:ext>
            </a:extLst>
          </p:cNvPr>
          <p:cNvPicPr>
            <a:picLocks noChangeAspect="1"/>
          </p:cNvPicPr>
          <p:nvPr/>
        </p:nvPicPr>
        <p:blipFill>
          <a:blip r:embed="rId2"/>
          <a:stretch>
            <a:fillRect/>
          </a:stretch>
        </p:blipFill>
        <p:spPr>
          <a:xfrm>
            <a:off x="130646" y="118280"/>
            <a:ext cx="2701386" cy="3310720"/>
          </a:xfrm>
          <a:prstGeom prst="rect">
            <a:avLst/>
          </a:prstGeom>
        </p:spPr>
      </p:pic>
      <p:pic>
        <p:nvPicPr>
          <p:cNvPr id="9" name="Graphic 8" descr="Downward trend graph with solid fill">
            <a:extLst>
              <a:ext uri="{FF2B5EF4-FFF2-40B4-BE49-F238E27FC236}">
                <a16:creationId xmlns:a16="http://schemas.microsoft.com/office/drawing/2014/main" id="{2BCE7FD1-AC14-0724-D24B-5AF597B58E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54744" y="1482703"/>
            <a:ext cx="914400" cy="914400"/>
          </a:xfrm>
          <a:prstGeom prst="rect">
            <a:avLst/>
          </a:prstGeom>
        </p:spPr>
      </p:pic>
    </p:spTree>
    <p:extLst>
      <p:ext uri="{BB962C8B-B14F-4D97-AF65-F5344CB8AC3E}">
        <p14:creationId xmlns:p14="http://schemas.microsoft.com/office/powerpoint/2010/main" val="108960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BEED3-C6C9-EC72-7601-6607670AA365}"/>
              </a:ext>
            </a:extLst>
          </p:cNvPr>
          <p:cNvSpPr>
            <a:spLocks noGrp="1"/>
          </p:cNvSpPr>
          <p:nvPr>
            <p:ph type="title"/>
          </p:nvPr>
        </p:nvSpPr>
        <p:spPr/>
        <p:txBody>
          <a:bodyPr>
            <a:normAutofit fontScale="90000"/>
          </a:bodyPr>
          <a:lstStyle/>
          <a:p>
            <a:r>
              <a:rPr lang="en-IN" b="1" dirty="0">
                <a:effectLst>
                  <a:outerShdw blurRad="38100" dist="38100" dir="2700000" algn="tl">
                    <a:srgbClr val="000000">
                      <a:alpha val="43137"/>
                    </a:srgbClr>
                  </a:outerShdw>
                </a:effectLst>
              </a:rPr>
              <a:t>KPI 1 : Average Attrition rate for all Departments</a:t>
            </a:r>
            <a:br>
              <a:rPr lang="en-IN" dirty="0"/>
            </a:br>
            <a:endParaRPr lang="en-IN" dirty="0"/>
          </a:p>
        </p:txBody>
      </p:sp>
      <p:pic>
        <p:nvPicPr>
          <p:cNvPr id="12" name="Picture 11">
            <a:extLst>
              <a:ext uri="{FF2B5EF4-FFF2-40B4-BE49-F238E27FC236}">
                <a16:creationId xmlns:a16="http://schemas.microsoft.com/office/drawing/2014/main" id="{F7226EB8-1067-A87F-08DD-E02423A734CC}"/>
              </a:ext>
            </a:extLst>
          </p:cNvPr>
          <p:cNvPicPr>
            <a:picLocks noChangeAspect="1"/>
          </p:cNvPicPr>
          <p:nvPr/>
        </p:nvPicPr>
        <p:blipFill>
          <a:blip r:embed="rId2"/>
          <a:stretch>
            <a:fillRect/>
          </a:stretch>
        </p:blipFill>
        <p:spPr>
          <a:xfrm>
            <a:off x="567211" y="1233466"/>
            <a:ext cx="11057578" cy="4884843"/>
          </a:xfrm>
          <a:prstGeom prst="rect">
            <a:avLst/>
          </a:prstGeom>
        </p:spPr>
      </p:pic>
    </p:spTree>
    <p:extLst>
      <p:ext uri="{BB962C8B-B14F-4D97-AF65-F5344CB8AC3E}">
        <p14:creationId xmlns:p14="http://schemas.microsoft.com/office/powerpoint/2010/main" val="3450096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6361F-E33A-202B-9317-1C6FEB3616E2}"/>
              </a:ext>
            </a:extLst>
          </p:cNvPr>
          <p:cNvSpPr>
            <a:spLocks noGrp="1"/>
          </p:cNvSpPr>
          <p:nvPr>
            <p:ph type="title"/>
          </p:nvPr>
        </p:nvSpPr>
        <p:spPr/>
        <p:txBody>
          <a:bodyPr/>
          <a:lstStyle/>
          <a:p>
            <a:pPr algn="ctr"/>
            <a:r>
              <a:rPr lang="en-IN" b="1" dirty="0">
                <a:effectLst>
                  <a:outerShdw blurRad="38100" dist="38100" dir="2700000" algn="tl">
                    <a:srgbClr val="000000">
                      <a:alpha val="43137"/>
                    </a:srgbClr>
                  </a:outerShdw>
                </a:effectLst>
              </a:rPr>
              <a:t>Insights &amp; Recommendations</a:t>
            </a:r>
          </a:p>
        </p:txBody>
      </p:sp>
      <p:sp>
        <p:nvSpPr>
          <p:cNvPr id="5" name="Content Placeholder 2">
            <a:extLst>
              <a:ext uri="{FF2B5EF4-FFF2-40B4-BE49-F238E27FC236}">
                <a16:creationId xmlns:a16="http://schemas.microsoft.com/office/drawing/2014/main" id="{5BEB672F-0F02-59E7-83CE-942CBD6D2734}"/>
              </a:ext>
            </a:extLst>
          </p:cNvPr>
          <p:cNvSpPr txBox="1">
            <a:spLocks/>
          </p:cNvSpPr>
          <p:nvPr/>
        </p:nvSpPr>
        <p:spPr>
          <a:xfrm>
            <a:off x="990600" y="1978025"/>
            <a:ext cx="10786872" cy="42764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Attrition is fairly consistent across departments, but </a:t>
            </a:r>
            <a:r>
              <a:rPr lang="en-IN" b="1" dirty="0"/>
              <a:t>R&amp;D stands out at 51.21%</a:t>
            </a:r>
            <a:r>
              <a:rPr lang="en-IN" dirty="0"/>
              <a:t>, compared to Hardware at 49.44%.</a:t>
            </a:r>
          </a:p>
          <a:p>
            <a:pPr marL="0" indent="0">
              <a:buNone/>
            </a:pPr>
            <a:endParaRPr lang="en-IN" dirty="0"/>
          </a:p>
          <a:p>
            <a:r>
              <a:rPr lang="en-IN" b="1" u="sng" dirty="0">
                <a:effectLst>
                  <a:outerShdw blurRad="38100" dist="38100" dir="2700000" algn="tl">
                    <a:srgbClr val="000000">
                      <a:alpha val="43137"/>
                    </a:srgbClr>
                  </a:outerShdw>
                </a:effectLst>
              </a:rPr>
              <a:t>Recommendations</a:t>
            </a:r>
          </a:p>
          <a:p>
            <a:pPr lvl="1"/>
            <a:r>
              <a:rPr lang="en-IN" dirty="0"/>
              <a:t>Conduct employee satisfaction surveys </a:t>
            </a:r>
          </a:p>
          <a:p>
            <a:pPr lvl="1"/>
            <a:r>
              <a:rPr lang="en-IN" dirty="0"/>
              <a:t>Improve career growth opportunities. </a:t>
            </a:r>
          </a:p>
          <a:p>
            <a:pPr lvl="1"/>
            <a:r>
              <a:rPr lang="en-IN" dirty="0"/>
              <a:t>Introduce retention and engagement programs</a:t>
            </a:r>
          </a:p>
        </p:txBody>
      </p:sp>
    </p:spTree>
    <p:extLst>
      <p:ext uri="{BB962C8B-B14F-4D97-AF65-F5344CB8AC3E}">
        <p14:creationId xmlns:p14="http://schemas.microsoft.com/office/powerpoint/2010/main" val="3203561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08DE7-EA01-0C83-F224-6C26BBD1A13C}"/>
              </a:ext>
            </a:extLst>
          </p:cNvPr>
          <p:cNvSpPr>
            <a:spLocks noGrp="1"/>
          </p:cNvSpPr>
          <p:nvPr>
            <p:ph type="title"/>
          </p:nvPr>
        </p:nvSpPr>
        <p:spPr/>
        <p:txBody>
          <a:bodyPr>
            <a:normAutofit/>
          </a:bodyPr>
          <a:lstStyle/>
          <a:p>
            <a:pPr algn="ctr"/>
            <a:r>
              <a:rPr lang="en-IN" b="1" dirty="0">
                <a:effectLst>
                  <a:outerShdw blurRad="38100" dist="38100" dir="2700000" algn="tl">
                    <a:srgbClr val="000000">
                      <a:alpha val="43137"/>
                    </a:srgbClr>
                  </a:outerShdw>
                </a:effectLst>
              </a:rPr>
              <a:t>KPI 2: Average Hourly rate of Male Research Scientist</a:t>
            </a:r>
          </a:p>
        </p:txBody>
      </p:sp>
      <p:pic>
        <p:nvPicPr>
          <p:cNvPr id="6" name="Picture 5">
            <a:extLst>
              <a:ext uri="{FF2B5EF4-FFF2-40B4-BE49-F238E27FC236}">
                <a16:creationId xmlns:a16="http://schemas.microsoft.com/office/drawing/2014/main" id="{7035E753-AA24-1A05-61AD-9343BC00749F}"/>
              </a:ext>
            </a:extLst>
          </p:cNvPr>
          <p:cNvPicPr>
            <a:picLocks noChangeAspect="1"/>
          </p:cNvPicPr>
          <p:nvPr/>
        </p:nvPicPr>
        <p:blipFill>
          <a:blip r:embed="rId2"/>
          <a:stretch>
            <a:fillRect/>
          </a:stretch>
        </p:blipFill>
        <p:spPr>
          <a:xfrm>
            <a:off x="1743099" y="1690688"/>
            <a:ext cx="8230313" cy="4526672"/>
          </a:xfrm>
          <a:prstGeom prst="rect">
            <a:avLst/>
          </a:prstGeom>
        </p:spPr>
      </p:pic>
    </p:spTree>
    <p:extLst>
      <p:ext uri="{BB962C8B-B14F-4D97-AF65-F5344CB8AC3E}">
        <p14:creationId xmlns:p14="http://schemas.microsoft.com/office/powerpoint/2010/main" val="41531649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3A94D-BDC0-D749-3763-2690A134A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3198F6-2C26-0A6E-BB75-C289265F7F17}"/>
              </a:ext>
            </a:extLst>
          </p:cNvPr>
          <p:cNvSpPr>
            <a:spLocks noGrp="1"/>
          </p:cNvSpPr>
          <p:nvPr>
            <p:ph type="title"/>
          </p:nvPr>
        </p:nvSpPr>
        <p:spPr/>
        <p:txBody>
          <a:bodyPr/>
          <a:lstStyle/>
          <a:p>
            <a:pPr algn="ctr"/>
            <a:r>
              <a:rPr lang="en-IN" b="1" dirty="0">
                <a:effectLst>
                  <a:outerShdw blurRad="38100" dist="38100" dir="2700000" algn="tl">
                    <a:srgbClr val="000000">
                      <a:alpha val="43137"/>
                    </a:srgbClr>
                  </a:outerShdw>
                </a:effectLst>
              </a:rPr>
              <a:t>Insights &amp; Recommendations</a:t>
            </a:r>
          </a:p>
        </p:txBody>
      </p:sp>
      <p:sp>
        <p:nvSpPr>
          <p:cNvPr id="5" name="Content Placeholder 2">
            <a:extLst>
              <a:ext uri="{FF2B5EF4-FFF2-40B4-BE49-F238E27FC236}">
                <a16:creationId xmlns:a16="http://schemas.microsoft.com/office/drawing/2014/main" id="{16C88F7F-740D-DE64-8D61-E52E49B9175F}"/>
              </a:ext>
            </a:extLst>
          </p:cNvPr>
          <p:cNvSpPr txBox="1">
            <a:spLocks/>
          </p:cNvSpPr>
          <p:nvPr/>
        </p:nvSpPr>
        <p:spPr>
          <a:xfrm>
            <a:off x="990600" y="1978025"/>
            <a:ext cx="10786872" cy="42684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dirty="0"/>
              <a:t>Current Healthy Average Hourly Rate in India is about ₹500/- per hr. But, here the Max range is 116/-</a:t>
            </a:r>
          </a:p>
        </p:txBody>
      </p:sp>
      <p:graphicFrame>
        <p:nvGraphicFramePr>
          <p:cNvPr id="4" name="Table 3">
            <a:extLst>
              <a:ext uri="{FF2B5EF4-FFF2-40B4-BE49-F238E27FC236}">
                <a16:creationId xmlns:a16="http://schemas.microsoft.com/office/drawing/2014/main" id="{5F642370-519C-BC7E-01A5-F49E6AA6625F}"/>
              </a:ext>
            </a:extLst>
          </p:cNvPr>
          <p:cNvGraphicFramePr>
            <a:graphicFrameLocks noGrp="1"/>
          </p:cNvGraphicFramePr>
          <p:nvPr>
            <p:extLst>
              <p:ext uri="{D42A27DB-BD31-4B8C-83A1-F6EECF244321}">
                <p14:modId xmlns:p14="http://schemas.microsoft.com/office/powerpoint/2010/main" val="3173809995"/>
              </p:ext>
            </p:extLst>
          </p:nvPr>
        </p:nvGraphicFramePr>
        <p:xfrm>
          <a:off x="990600" y="2556542"/>
          <a:ext cx="10515600" cy="2975579"/>
        </p:xfrm>
        <a:graphic>
          <a:graphicData uri="http://schemas.openxmlformats.org/drawingml/2006/table">
            <a:tbl>
              <a:tblPr>
                <a:tableStyleId>{BC89EF96-8CEA-46FF-86C4-4CE0E7609802}</a:tableStyleId>
              </a:tblPr>
              <a:tblGrid>
                <a:gridCol w="3505200">
                  <a:extLst>
                    <a:ext uri="{9D8B030D-6E8A-4147-A177-3AD203B41FA5}">
                      <a16:colId xmlns:a16="http://schemas.microsoft.com/office/drawing/2014/main" val="3926752253"/>
                    </a:ext>
                  </a:extLst>
                </a:gridCol>
                <a:gridCol w="3505200">
                  <a:extLst>
                    <a:ext uri="{9D8B030D-6E8A-4147-A177-3AD203B41FA5}">
                      <a16:colId xmlns:a16="http://schemas.microsoft.com/office/drawing/2014/main" val="1966544100"/>
                    </a:ext>
                  </a:extLst>
                </a:gridCol>
                <a:gridCol w="3505200">
                  <a:extLst>
                    <a:ext uri="{9D8B030D-6E8A-4147-A177-3AD203B41FA5}">
                      <a16:colId xmlns:a16="http://schemas.microsoft.com/office/drawing/2014/main" val="1929772755"/>
                    </a:ext>
                  </a:extLst>
                </a:gridCol>
              </a:tblGrid>
              <a:tr h="371947">
                <a:tc>
                  <a:txBody>
                    <a:bodyPr/>
                    <a:lstStyle/>
                    <a:p>
                      <a:pPr>
                        <a:buNone/>
                      </a:pPr>
                      <a:r>
                        <a:rPr lang="en-IN" b="1" dirty="0"/>
                        <a:t>Experience Level</a:t>
                      </a:r>
                      <a:endParaRPr lang="en-IN" dirty="0"/>
                    </a:p>
                  </a:txBody>
                  <a:tcPr anchor="ctr"/>
                </a:tc>
                <a:tc>
                  <a:txBody>
                    <a:bodyPr/>
                    <a:lstStyle/>
                    <a:p>
                      <a:pPr>
                        <a:buNone/>
                      </a:pPr>
                      <a:r>
                        <a:rPr lang="en-IN" b="1" dirty="0"/>
                        <a:t>Hourly Rate (INR)</a:t>
                      </a:r>
                      <a:endParaRPr lang="en-IN" dirty="0"/>
                    </a:p>
                  </a:txBody>
                  <a:tcPr anchor="ctr"/>
                </a:tc>
                <a:tc>
                  <a:txBody>
                    <a:bodyPr/>
                    <a:lstStyle/>
                    <a:p>
                      <a:pPr>
                        <a:buNone/>
                      </a:pPr>
                      <a:r>
                        <a:rPr lang="en-IN" b="1" dirty="0"/>
                        <a:t>Notes</a:t>
                      </a:r>
                      <a:endParaRPr lang="en-IN" dirty="0"/>
                    </a:p>
                  </a:txBody>
                  <a:tcPr anchor="ctr"/>
                </a:tc>
                <a:extLst>
                  <a:ext uri="{0D108BD9-81ED-4DB2-BD59-A6C34878D82A}">
                    <a16:rowId xmlns:a16="http://schemas.microsoft.com/office/drawing/2014/main" val="4230186643"/>
                  </a:ext>
                </a:extLst>
              </a:tr>
              <a:tr h="650908">
                <a:tc>
                  <a:txBody>
                    <a:bodyPr/>
                    <a:lstStyle/>
                    <a:p>
                      <a:pPr>
                        <a:buNone/>
                      </a:pPr>
                      <a:r>
                        <a:rPr lang="en-IN" b="1"/>
                        <a:t>Entry-level (1–3 yrs)</a:t>
                      </a:r>
                      <a:endParaRPr lang="en-IN"/>
                    </a:p>
                  </a:txBody>
                  <a:tcPr anchor="ctr"/>
                </a:tc>
                <a:tc>
                  <a:txBody>
                    <a:bodyPr/>
                    <a:lstStyle/>
                    <a:p>
                      <a:pPr>
                        <a:buNone/>
                      </a:pPr>
                      <a:r>
                        <a:rPr lang="en-IN"/>
                        <a:t>~₹366/hr</a:t>
                      </a:r>
                    </a:p>
                  </a:txBody>
                  <a:tcPr anchor="ctr"/>
                </a:tc>
                <a:tc>
                  <a:txBody>
                    <a:bodyPr/>
                    <a:lstStyle/>
                    <a:p>
                      <a:pPr>
                        <a:buNone/>
                      </a:pPr>
                      <a:r>
                        <a:rPr lang="en-IN"/>
                        <a:t>Junior roles, often post-M.Sc. or PhD</a:t>
                      </a:r>
                    </a:p>
                  </a:txBody>
                  <a:tcPr anchor="ctr"/>
                </a:tc>
                <a:extLst>
                  <a:ext uri="{0D108BD9-81ED-4DB2-BD59-A6C34878D82A}">
                    <a16:rowId xmlns:a16="http://schemas.microsoft.com/office/drawing/2014/main" val="1515707543"/>
                  </a:ext>
                </a:extLst>
              </a:tr>
              <a:tr h="650908">
                <a:tc>
                  <a:txBody>
                    <a:bodyPr/>
                    <a:lstStyle/>
                    <a:p>
                      <a:pPr>
                        <a:buNone/>
                      </a:pPr>
                      <a:r>
                        <a:rPr lang="en-IN" b="1"/>
                        <a:t>Mid-level (4–7 yrs)</a:t>
                      </a:r>
                      <a:endParaRPr lang="en-IN"/>
                    </a:p>
                  </a:txBody>
                  <a:tcPr anchor="ctr"/>
                </a:tc>
                <a:tc>
                  <a:txBody>
                    <a:bodyPr/>
                    <a:lstStyle/>
                    <a:p>
                      <a:pPr>
                        <a:buNone/>
                      </a:pPr>
                      <a:r>
                        <a:rPr lang="en-IN"/>
                        <a:t>~₹450–₹520/hr</a:t>
                      </a:r>
                    </a:p>
                  </a:txBody>
                  <a:tcPr anchor="ctr"/>
                </a:tc>
                <a:tc>
                  <a:txBody>
                    <a:bodyPr/>
                    <a:lstStyle/>
                    <a:p>
                      <a:pPr>
                        <a:buNone/>
                      </a:pPr>
                      <a:r>
                        <a:rPr lang="en-IN"/>
                        <a:t>Assistant Scientist / Lecturer</a:t>
                      </a:r>
                    </a:p>
                  </a:txBody>
                  <a:tcPr anchor="ctr"/>
                </a:tc>
                <a:extLst>
                  <a:ext uri="{0D108BD9-81ED-4DB2-BD59-A6C34878D82A}">
                    <a16:rowId xmlns:a16="http://schemas.microsoft.com/office/drawing/2014/main" val="255612571"/>
                  </a:ext>
                </a:extLst>
              </a:tr>
              <a:tr h="650908">
                <a:tc>
                  <a:txBody>
                    <a:bodyPr/>
                    <a:lstStyle/>
                    <a:p>
                      <a:pPr>
                        <a:buNone/>
                      </a:pPr>
                      <a:r>
                        <a:rPr lang="en-IN" b="1"/>
                        <a:t>Senior (8+ yrs)</a:t>
                      </a:r>
                      <a:endParaRPr lang="en-IN"/>
                    </a:p>
                  </a:txBody>
                  <a:tcPr anchor="ctr"/>
                </a:tc>
                <a:tc>
                  <a:txBody>
                    <a:bodyPr/>
                    <a:lstStyle/>
                    <a:p>
                      <a:pPr>
                        <a:buNone/>
                      </a:pPr>
                      <a:r>
                        <a:rPr lang="en-IN"/>
                        <a:t>~₹570/hr</a:t>
                      </a:r>
                    </a:p>
                  </a:txBody>
                  <a:tcPr anchor="ctr"/>
                </a:tc>
                <a:tc>
                  <a:txBody>
                    <a:bodyPr/>
                    <a:lstStyle/>
                    <a:p>
                      <a:pPr>
                        <a:buNone/>
                      </a:pPr>
                      <a:r>
                        <a:rPr lang="en-IN"/>
                        <a:t>Senior Scientist / Associate Professor</a:t>
                      </a:r>
                    </a:p>
                  </a:txBody>
                  <a:tcPr anchor="ctr"/>
                </a:tc>
                <a:extLst>
                  <a:ext uri="{0D108BD9-81ED-4DB2-BD59-A6C34878D82A}">
                    <a16:rowId xmlns:a16="http://schemas.microsoft.com/office/drawing/2014/main" val="1912528206"/>
                  </a:ext>
                </a:extLst>
              </a:tr>
              <a:tr h="650908">
                <a:tc>
                  <a:txBody>
                    <a:bodyPr/>
                    <a:lstStyle/>
                    <a:p>
                      <a:pPr>
                        <a:buNone/>
                      </a:pPr>
                      <a:r>
                        <a:rPr lang="en-IN" b="1"/>
                        <a:t>Top-tier (10+ yrs, R&amp;D Director, Professor)</a:t>
                      </a:r>
                      <a:endParaRPr lang="en-IN"/>
                    </a:p>
                  </a:txBody>
                  <a:tcPr anchor="ctr"/>
                </a:tc>
                <a:tc>
                  <a:txBody>
                    <a:bodyPr/>
                    <a:lstStyle/>
                    <a:p>
                      <a:pPr>
                        <a:buNone/>
                      </a:pPr>
                      <a:r>
                        <a:rPr lang="en-IN" dirty="0"/>
                        <a:t>₹1,400–₹5,700/hr</a:t>
                      </a:r>
                    </a:p>
                  </a:txBody>
                  <a:tcPr anchor="ctr"/>
                </a:tc>
                <a:tc>
                  <a:txBody>
                    <a:bodyPr/>
                    <a:lstStyle/>
                    <a:p>
                      <a:pPr>
                        <a:buNone/>
                      </a:pPr>
                      <a:r>
                        <a:rPr lang="en-IN" dirty="0"/>
                        <a:t>Industry leadership, consultancy income </a:t>
                      </a:r>
                    </a:p>
                  </a:txBody>
                  <a:tcPr anchor="ctr"/>
                </a:tc>
                <a:extLst>
                  <a:ext uri="{0D108BD9-81ED-4DB2-BD59-A6C34878D82A}">
                    <a16:rowId xmlns:a16="http://schemas.microsoft.com/office/drawing/2014/main" val="4029038565"/>
                  </a:ext>
                </a:extLst>
              </a:tr>
            </a:tbl>
          </a:graphicData>
        </a:graphic>
      </p:graphicFrame>
    </p:spTree>
    <p:extLst>
      <p:ext uri="{BB962C8B-B14F-4D97-AF65-F5344CB8AC3E}">
        <p14:creationId xmlns:p14="http://schemas.microsoft.com/office/powerpoint/2010/main" val="1568743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68C12F-31CE-4FC4-C15E-0B166D7EC604}"/>
              </a:ext>
            </a:extLst>
          </p:cNvPr>
          <p:cNvSpPr>
            <a:spLocks noGrp="1"/>
          </p:cNvSpPr>
          <p:nvPr>
            <p:ph sz="half" idx="1"/>
          </p:nvPr>
        </p:nvSpPr>
        <p:spPr/>
        <p:txBody>
          <a:bodyPr/>
          <a:lstStyle/>
          <a:p>
            <a:r>
              <a:rPr lang="en-IN" dirty="0">
                <a:effectLst>
                  <a:outerShdw blurRad="38100" dist="38100" dir="2700000" algn="tl">
                    <a:srgbClr val="000000">
                      <a:alpha val="43137"/>
                    </a:srgbClr>
                  </a:outerShdw>
                </a:effectLst>
              </a:rPr>
              <a:t>Risks</a:t>
            </a:r>
          </a:p>
          <a:p>
            <a:pPr lvl="1"/>
            <a:r>
              <a:rPr lang="en-IN" dirty="0"/>
              <a:t>Talent Drain </a:t>
            </a:r>
          </a:p>
          <a:p>
            <a:pPr lvl="1"/>
            <a:r>
              <a:rPr lang="en-IN" dirty="0"/>
              <a:t>Low Morale</a:t>
            </a:r>
          </a:p>
          <a:p>
            <a:pPr lvl="1"/>
            <a:r>
              <a:rPr lang="en-IN" dirty="0"/>
              <a:t>Employer Reputation </a:t>
            </a:r>
          </a:p>
        </p:txBody>
      </p:sp>
      <p:sp>
        <p:nvSpPr>
          <p:cNvPr id="4" name="Content Placeholder 3">
            <a:extLst>
              <a:ext uri="{FF2B5EF4-FFF2-40B4-BE49-F238E27FC236}">
                <a16:creationId xmlns:a16="http://schemas.microsoft.com/office/drawing/2014/main" id="{014DABFE-20DA-AA9A-8B40-0FEF123A11E2}"/>
              </a:ext>
            </a:extLst>
          </p:cNvPr>
          <p:cNvSpPr>
            <a:spLocks noGrp="1"/>
          </p:cNvSpPr>
          <p:nvPr>
            <p:ph sz="half" idx="2"/>
          </p:nvPr>
        </p:nvSpPr>
        <p:spPr/>
        <p:txBody>
          <a:bodyPr/>
          <a:lstStyle/>
          <a:p>
            <a:r>
              <a:rPr lang="en-IN" dirty="0">
                <a:effectLst>
                  <a:outerShdw blurRad="38100" dist="38100" dir="2700000" algn="tl">
                    <a:srgbClr val="000000">
                      <a:alpha val="43137"/>
                    </a:srgbClr>
                  </a:outerShdw>
                </a:effectLst>
              </a:rPr>
              <a:t>Recommendations</a:t>
            </a:r>
          </a:p>
          <a:p>
            <a:pPr lvl="1"/>
            <a:r>
              <a:rPr lang="en-IN" dirty="0"/>
              <a:t>Set salaries aligning Industry standards</a:t>
            </a:r>
          </a:p>
          <a:p>
            <a:pPr lvl="1"/>
            <a:r>
              <a:rPr lang="en-IN" dirty="0"/>
              <a:t>Offer Non Monetary Benefits like : Flexible Work, International Exposure, Research Funding </a:t>
            </a:r>
          </a:p>
          <a:p>
            <a:pPr lvl="1"/>
            <a:r>
              <a:rPr lang="en-IN" dirty="0"/>
              <a:t>Invest in Recognition Programs</a:t>
            </a:r>
          </a:p>
        </p:txBody>
      </p:sp>
    </p:spTree>
    <p:extLst>
      <p:ext uri="{BB962C8B-B14F-4D97-AF65-F5344CB8AC3E}">
        <p14:creationId xmlns:p14="http://schemas.microsoft.com/office/powerpoint/2010/main" val="482117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8AF1F-917A-D33C-31A1-B2B5DDF83F49}"/>
              </a:ext>
            </a:extLst>
          </p:cNvPr>
          <p:cNvSpPr>
            <a:spLocks noGrp="1"/>
          </p:cNvSpPr>
          <p:nvPr>
            <p:ph type="title"/>
          </p:nvPr>
        </p:nvSpPr>
        <p:spPr>
          <a:xfrm>
            <a:off x="838200" y="146145"/>
            <a:ext cx="10515600" cy="1325563"/>
          </a:xfrm>
        </p:spPr>
        <p:txBody>
          <a:bodyPr>
            <a:normAutofit/>
          </a:bodyPr>
          <a:lstStyle/>
          <a:p>
            <a:r>
              <a:rPr lang="en-IN" b="1" dirty="0">
                <a:effectLst>
                  <a:outerShdw blurRad="38100" dist="38100" dir="2700000" algn="tl">
                    <a:srgbClr val="000000">
                      <a:alpha val="43137"/>
                    </a:srgbClr>
                  </a:outerShdw>
                </a:effectLst>
              </a:rPr>
              <a:t>KPI 3: Attrition rate Vs Monthly income stats</a:t>
            </a:r>
          </a:p>
        </p:txBody>
      </p:sp>
      <p:pic>
        <p:nvPicPr>
          <p:cNvPr id="8" name="Picture 7">
            <a:extLst>
              <a:ext uri="{FF2B5EF4-FFF2-40B4-BE49-F238E27FC236}">
                <a16:creationId xmlns:a16="http://schemas.microsoft.com/office/drawing/2014/main" id="{22A17541-1378-FD6A-83C1-8977C0945208}"/>
              </a:ext>
            </a:extLst>
          </p:cNvPr>
          <p:cNvPicPr>
            <a:picLocks noChangeAspect="1"/>
          </p:cNvPicPr>
          <p:nvPr/>
        </p:nvPicPr>
        <p:blipFill>
          <a:blip r:embed="rId2"/>
          <a:srcRect t="7647"/>
          <a:stretch>
            <a:fillRect/>
          </a:stretch>
        </p:blipFill>
        <p:spPr>
          <a:xfrm>
            <a:off x="94892" y="3346704"/>
            <a:ext cx="6561639" cy="3424428"/>
          </a:xfrm>
          <a:prstGeom prst="rect">
            <a:avLst/>
          </a:prstGeom>
        </p:spPr>
      </p:pic>
      <p:pic>
        <p:nvPicPr>
          <p:cNvPr id="6" name="Picture 5">
            <a:extLst>
              <a:ext uri="{FF2B5EF4-FFF2-40B4-BE49-F238E27FC236}">
                <a16:creationId xmlns:a16="http://schemas.microsoft.com/office/drawing/2014/main" id="{82592456-762B-808B-CB02-F5223433F014}"/>
              </a:ext>
            </a:extLst>
          </p:cNvPr>
          <p:cNvPicPr>
            <a:picLocks noChangeAspect="1"/>
          </p:cNvPicPr>
          <p:nvPr/>
        </p:nvPicPr>
        <p:blipFill>
          <a:blip r:embed="rId3"/>
          <a:srcRect t="18289"/>
          <a:stretch>
            <a:fillRect/>
          </a:stretch>
        </p:blipFill>
        <p:spPr>
          <a:xfrm>
            <a:off x="6655925" y="1690688"/>
            <a:ext cx="5536075" cy="2907792"/>
          </a:xfrm>
          <a:prstGeom prst="rect">
            <a:avLst/>
          </a:prstGeom>
        </p:spPr>
      </p:pic>
    </p:spTree>
    <p:extLst>
      <p:ext uri="{BB962C8B-B14F-4D97-AF65-F5344CB8AC3E}">
        <p14:creationId xmlns:p14="http://schemas.microsoft.com/office/powerpoint/2010/main" val="19623216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313EDD-85E8-F868-738A-BEC70CBF4DAF}"/>
              </a:ext>
            </a:extLst>
          </p:cNvPr>
          <p:cNvSpPr>
            <a:spLocks noGrp="1"/>
          </p:cNvSpPr>
          <p:nvPr>
            <p:ph sz="half" idx="1"/>
          </p:nvPr>
        </p:nvSpPr>
        <p:spPr/>
        <p:txBody>
          <a:bodyPr/>
          <a:lstStyle/>
          <a:p>
            <a:endParaRPr lang="en-IN"/>
          </a:p>
        </p:txBody>
      </p:sp>
      <p:pic>
        <p:nvPicPr>
          <p:cNvPr id="6" name="Picture 5">
            <a:extLst>
              <a:ext uri="{FF2B5EF4-FFF2-40B4-BE49-F238E27FC236}">
                <a16:creationId xmlns:a16="http://schemas.microsoft.com/office/drawing/2014/main" id="{A789C8B5-2681-C8DB-BC9C-F590BBFE5501}"/>
              </a:ext>
            </a:extLst>
          </p:cNvPr>
          <p:cNvPicPr>
            <a:picLocks noChangeAspect="1"/>
          </p:cNvPicPr>
          <p:nvPr/>
        </p:nvPicPr>
        <p:blipFill>
          <a:blip r:embed="rId2"/>
          <a:stretch>
            <a:fillRect/>
          </a:stretch>
        </p:blipFill>
        <p:spPr>
          <a:xfrm>
            <a:off x="468142" y="521718"/>
            <a:ext cx="11255715" cy="5814564"/>
          </a:xfrm>
          <a:prstGeom prst="rect">
            <a:avLst/>
          </a:prstGeom>
        </p:spPr>
      </p:pic>
    </p:spTree>
    <p:extLst>
      <p:ext uri="{BB962C8B-B14F-4D97-AF65-F5344CB8AC3E}">
        <p14:creationId xmlns:p14="http://schemas.microsoft.com/office/powerpoint/2010/main" val="32976172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C395D-7C29-1BA7-8C14-AB993995EB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BD286-6D24-0693-A48F-94E1D9ABE0A9}"/>
              </a:ext>
            </a:extLst>
          </p:cNvPr>
          <p:cNvSpPr>
            <a:spLocks noGrp="1"/>
          </p:cNvSpPr>
          <p:nvPr>
            <p:ph type="title"/>
          </p:nvPr>
        </p:nvSpPr>
        <p:spPr/>
        <p:txBody>
          <a:bodyPr/>
          <a:lstStyle/>
          <a:p>
            <a:pPr algn="ctr"/>
            <a:r>
              <a:rPr lang="en-IN" b="1" dirty="0">
                <a:effectLst>
                  <a:outerShdw blurRad="38100" dist="38100" dir="2700000" algn="tl">
                    <a:srgbClr val="000000">
                      <a:alpha val="43137"/>
                    </a:srgbClr>
                  </a:outerShdw>
                </a:effectLst>
              </a:rPr>
              <a:t>Insights &amp; Recommendations</a:t>
            </a:r>
          </a:p>
        </p:txBody>
      </p:sp>
      <p:sp>
        <p:nvSpPr>
          <p:cNvPr id="5" name="Content Placeholder 2">
            <a:extLst>
              <a:ext uri="{FF2B5EF4-FFF2-40B4-BE49-F238E27FC236}">
                <a16:creationId xmlns:a16="http://schemas.microsoft.com/office/drawing/2014/main" id="{092859CC-3A7B-CB4F-C309-E5E03BD1D73D}"/>
              </a:ext>
            </a:extLst>
          </p:cNvPr>
          <p:cNvSpPr txBox="1">
            <a:spLocks/>
          </p:cNvSpPr>
          <p:nvPr/>
        </p:nvSpPr>
        <p:spPr>
          <a:xfrm>
            <a:off x="990600" y="1978025"/>
            <a:ext cx="10786872" cy="42764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High attrition across all Income Range </a:t>
            </a:r>
          </a:p>
          <a:p>
            <a:r>
              <a:rPr lang="en-IN" dirty="0"/>
              <a:t>High Income band also has 49% AR</a:t>
            </a:r>
          </a:p>
          <a:p>
            <a:r>
              <a:rPr lang="en-IN" dirty="0"/>
              <a:t>Conclusive that other factors : Work Culture, Career growth, Management style, Work Life Balance can be reasons</a:t>
            </a:r>
          </a:p>
          <a:p>
            <a:pPr marL="0" indent="0">
              <a:buNone/>
            </a:pPr>
            <a:endParaRPr lang="en-IN" dirty="0"/>
          </a:p>
          <a:p>
            <a:r>
              <a:rPr lang="en-IN" b="1" u="sng" dirty="0">
                <a:effectLst>
                  <a:outerShdw blurRad="38100" dist="38100" dir="2700000" algn="tl">
                    <a:srgbClr val="000000">
                      <a:alpha val="43137"/>
                    </a:srgbClr>
                  </a:outerShdw>
                </a:effectLst>
              </a:rPr>
              <a:t>Recommendation</a:t>
            </a:r>
          </a:p>
          <a:p>
            <a:pPr lvl="1"/>
            <a:r>
              <a:rPr lang="en-IN" dirty="0"/>
              <a:t>Focus on Non Financial Factors </a:t>
            </a:r>
          </a:p>
        </p:txBody>
      </p:sp>
    </p:spTree>
    <p:extLst>
      <p:ext uri="{BB962C8B-B14F-4D97-AF65-F5344CB8AC3E}">
        <p14:creationId xmlns:p14="http://schemas.microsoft.com/office/powerpoint/2010/main" val="34167301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4911-6C40-09D8-A7E4-5DFE4DF7864B}"/>
              </a:ext>
            </a:extLst>
          </p:cNvPr>
          <p:cNvSpPr>
            <a:spLocks noGrp="1"/>
          </p:cNvSpPr>
          <p:nvPr>
            <p:ph type="title"/>
          </p:nvPr>
        </p:nvSpPr>
        <p:spPr/>
        <p:txBody>
          <a:bodyPr>
            <a:normAutofit/>
          </a:bodyPr>
          <a:lstStyle/>
          <a:p>
            <a:pPr algn="ctr"/>
            <a:r>
              <a:rPr lang="en-IN" b="1" dirty="0">
                <a:effectLst>
                  <a:outerShdw blurRad="38100" dist="38100" dir="2700000" algn="tl">
                    <a:srgbClr val="000000">
                      <a:alpha val="43137"/>
                    </a:srgbClr>
                  </a:outerShdw>
                </a:effectLst>
              </a:rPr>
              <a:t>KPI 4: Average working years for each Department</a:t>
            </a:r>
          </a:p>
        </p:txBody>
      </p:sp>
      <p:sp>
        <p:nvSpPr>
          <p:cNvPr id="3" name="Content Placeholder 2">
            <a:extLst>
              <a:ext uri="{FF2B5EF4-FFF2-40B4-BE49-F238E27FC236}">
                <a16:creationId xmlns:a16="http://schemas.microsoft.com/office/drawing/2014/main" id="{BF59A37C-D3B1-1ACC-95EF-F4B267583A5C}"/>
              </a:ext>
            </a:extLst>
          </p:cNvPr>
          <p:cNvSpPr>
            <a:spLocks noGrp="1"/>
          </p:cNvSpPr>
          <p:nvPr>
            <p:ph sz="half" idx="1"/>
          </p:nvPr>
        </p:nvSpPr>
        <p:spPr/>
        <p:txBody>
          <a:bodyPr/>
          <a:lstStyle/>
          <a:p>
            <a:r>
              <a:rPr lang="en-IN" dirty="0"/>
              <a:t>Healthy Range : 4-8 yrs </a:t>
            </a:r>
          </a:p>
          <a:p>
            <a:endParaRPr lang="en-IN" dirty="0"/>
          </a:p>
        </p:txBody>
      </p:sp>
      <p:pic>
        <p:nvPicPr>
          <p:cNvPr id="6" name="Picture 5">
            <a:extLst>
              <a:ext uri="{FF2B5EF4-FFF2-40B4-BE49-F238E27FC236}">
                <a16:creationId xmlns:a16="http://schemas.microsoft.com/office/drawing/2014/main" id="{2CF8B667-75C7-F9D2-994A-790DC48D6649}"/>
              </a:ext>
            </a:extLst>
          </p:cNvPr>
          <p:cNvPicPr>
            <a:picLocks noChangeAspect="1"/>
          </p:cNvPicPr>
          <p:nvPr/>
        </p:nvPicPr>
        <p:blipFill>
          <a:blip r:embed="rId2"/>
          <a:stretch>
            <a:fillRect/>
          </a:stretch>
        </p:blipFill>
        <p:spPr>
          <a:xfrm>
            <a:off x="5044440" y="1690688"/>
            <a:ext cx="5933793" cy="3711101"/>
          </a:xfrm>
          <a:prstGeom prst="rect">
            <a:avLst/>
          </a:prstGeom>
        </p:spPr>
      </p:pic>
    </p:spTree>
    <p:extLst>
      <p:ext uri="{BB962C8B-B14F-4D97-AF65-F5344CB8AC3E}">
        <p14:creationId xmlns:p14="http://schemas.microsoft.com/office/powerpoint/2010/main" val="1832358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58E56-25C6-3951-2BDF-DA77858840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9837A-3569-E3A3-D454-807356DFE201}"/>
              </a:ext>
            </a:extLst>
          </p:cNvPr>
          <p:cNvSpPr>
            <a:spLocks noGrp="1"/>
          </p:cNvSpPr>
          <p:nvPr>
            <p:ph type="title"/>
          </p:nvPr>
        </p:nvSpPr>
        <p:spPr/>
        <p:txBody>
          <a:bodyPr/>
          <a:lstStyle/>
          <a:p>
            <a:pPr algn="ctr"/>
            <a:r>
              <a:rPr lang="en-IN" b="1" dirty="0">
                <a:effectLst>
                  <a:outerShdw blurRad="38100" dist="38100" dir="2700000" algn="tl">
                    <a:srgbClr val="000000">
                      <a:alpha val="43137"/>
                    </a:srgbClr>
                  </a:outerShdw>
                </a:effectLst>
              </a:rPr>
              <a:t>Insights &amp; Recommendations</a:t>
            </a:r>
          </a:p>
        </p:txBody>
      </p:sp>
      <p:sp>
        <p:nvSpPr>
          <p:cNvPr id="5" name="Content Placeholder 2">
            <a:extLst>
              <a:ext uri="{FF2B5EF4-FFF2-40B4-BE49-F238E27FC236}">
                <a16:creationId xmlns:a16="http://schemas.microsoft.com/office/drawing/2014/main" id="{0C2391D5-E07E-57CB-977D-2D711F7E0B97}"/>
              </a:ext>
            </a:extLst>
          </p:cNvPr>
          <p:cNvSpPr txBox="1">
            <a:spLocks/>
          </p:cNvSpPr>
          <p:nvPr/>
        </p:nvSpPr>
        <p:spPr>
          <a:xfrm>
            <a:off x="990600" y="1978025"/>
            <a:ext cx="10786872" cy="427647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pPr>
            <a:r>
              <a:rPr lang="en-IN" sz="2000" dirty="0"/>
              <a:t>Lack of Advancement opportunities</a:t>
            </a:r>
          </a:p>
          <a:p>
            <a:pPr marL="457200" indent="-457200">
              <a:lnSpc>
                <a:spcPct val="100000"/>
              </a:lnSpc>
            </a:pPr>
            <a:r>
              <a:rPr lang="en-IN" sz="2000" dirty="0"/>
              <a:t>Mid-Late Career disengagement</a:t>
            </a:r>
          </a:p>
          <a:p>
            <a:pPr marL="457200" indent="-457200">
              <a:lnSpc>
                <a:spcPct val="100000"/>
              </a:lnSpc>
            </a:pPr>
            <a:r>
              <a:rPr lang="en-IN" sz="2000" dirty="0"/>
              <a:t>Reduced Innovation</a:t>
            </a:r>
          </a:p>
          <a:p>
            <a:pPr marL="457200" indent="-457200">
              <a:lnSpc>
                <a:spcPct val="100000"/>
              </a:lnSpc>
            </a:pPr>
            <a:r>
              <a:rPr lang="en-IN" sz="2000" dirty="0"/>
              <a:t>Resistance to change</a:t>
            </a:r>
          </a:p>
          <a:p>
            <a:pPr marL="457200" indent="-457200">
              <a:lnSpc>
                <a:spcPct val="100000"/>
              </a:lnSpc>
            </a:pPr>
            <a:r>
              <a:rPr lang="en-IN" sz="2000" dirty="0"/>
              <a:t>Skill stagnation </a:t>
            </a:r>
          </a:p>
          <a:p>
            <a:pPr marL="457200" indent="-457200">
              <a:lnSpc>
                <a:spcPct val="100000"/>
              </a:lnSpc>
            </a:pPr>
            <a:r>
              <a:rPr lang="en-IN" sz="2000" dirty="0"/>
              <a:t>Lack new Perspectives </a:t>
            </a:r>
          </a:p>
          <a:p>
            <a:endParaRPr lang="en-IN" b="1" u="sng" dirty="0">
              <a:effectLst>
                <a:outerShdw blurRad="38100" dist="38100" dir="2700000" algn="tl">
                  <a:srgbClr val="000000">
                    <a:alpha val="43137"/>
                  </a:srgbClr>
                </a:outerShdw>
              </a:effectLst>
            </a:endParaRPr>
          </a:p>
          <a:p>
            <a:r>
              <a:rPr lang="en-IN" b="1" u="sng" dirty="0">
                <a:effectLst>
                  <a:outerShdw blurRad="38100" dist="38100" dir="2700000" algn="tl">
                    <a:srgbClr val="000000">
                      <a:alpha val="43137"/>
                    </a:srgbClr>
                  </a:outerShdw>
                </a:effectLst>
              </a:rPr>
              <a:t>Recommendation</a:t>
            </a:r>
          </a:p>
          <a:p>
            <a:pPr marL="457200" lvl="0" indent="-457200" algn="just">
              <a:lnSpc>
                <a:spcPct val="150000"/>
              </a:lnSpc>
            </a:pPr>
            <a:r>
              <a:rPr lang="en-IN" sz="2400" dirty="0"/>
              <a:t>Explore </a:t>
            </a:r>
            <a:r>
              <a:rPr lang="en-IN" sz="2400" dirty="0">
                <a:solidFill>
                  <a:srgbClr val="002060"/>
                </a:solidFill>
                <a:effectLst>
                  <a:outerShdw blurRad="38100" dist="38100" dir="2700000" algn="tl">
                    <a:srgbClr val="000000">
                      <a:alpha val="43137"/>
                    </a:srgbClr>
                  </a:outerShdw>
                </a:effectLst>
              </a:rPr>
              <a:t>Career Pathing </a:t>
            </a:r>
            <a:r>
              <a:rPr lang="en-IN" sz="2400" dirty="0"/>
              <a:t>for Senior Employees </a:t>
            </a:r>
          </a:p>
          <a:p>
            <a:pPr marL="457200" lvl="0" indent="-457200" algn="just">
              <a:lnSpc>
                <a:spcPct val="150000"/>
              </a:lnSpc>
            </a:pPr>
            <a:r>
              <a:rPr lang="en-IN" sz="2400" dirty="0">
                <a:solidFill>
                  <a:srgbClr val="002060"/>
                </a:solidFill>
                <a:effectLst>
                  <a:outerShdw blurRad="38100" dist="38100" dir="2700000" algn="tl">
                    <a:srgbClr val="000000">
                      <a:alpha val="43137"/>
                    </a:srgbClr>
                  </a:outerShdw>
                </a:effectLst>
              </a:rPr>
              <a:t>Promote Internal Mobility </a:t>
            </a:r>
            <a:r>
              <a:rPr lang="en-IN" sz="2400" dirty="0"/>
              <a:t>– for challenged employee engagement</a:t>
            </a:r>
          </a:p>
          <a:p>
            <a:pPr marL="457200" lvl="0" indent="-457200" algn="just">
              <a:lnSpc>
                <a:spcPct val="150000"/>
              </a:lnSpc>
            </a:pPr>
            <a:r>
              <a:rPr lang="en-IN" sz="2400" dirty="0"/>
              <a:t>Encourage </a:t>
            </a:r>
            <a:r>
              <a:rPr lang="en-IN" sz="2400" dirty="0">
                <a:solidFill>
                  <a:srgbClr val="002060"/>
                </a:solidFill>
                <a:effectLst>
                  <a:outerShdw blurRad="38100" dist="38100" dir="2700000" algn="tl">
                    <a:srgbClr val="000000">
                      <a:alpha val="43137"/>
                    </a:srgbClr>
                  </a:outerShdw>
                </a:effectLst>
              </a:rPr>
              <a:t>continuous learning </a:t>
            </a:r>
            <a:r>
              <a:rPr lang="en-IN" sz="2400" dirty="0"/>
              <a:t>through training and certifications</a:t>
            </a:r>
          </a:p>
        </p:txBody>
      </p:sp>
    </p:spTree>
    <p:extLst>
      <p:ext uri="{BB962C8B-B14F-4D97-AF65-F5344CB8AC3E}">
        <p14:creationId xmlns:p14="http://schemas.microsoft.com/office/powerpoint/2010/main" val="12290858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DF212-4D65-1DC2-CBCA-9D6EB108235B}"/>
              </a:ext>
            </a:extLst>
          </p:cNvPr>
          <p:cNvSpPr>
            <a:spLocks noGrp="1"/>
          </p:cNvSpPr>
          <p:nvPr>
            <p:ph type="title"/>
          </p:nvPr>
        </p:nvSpPr>
        <p:spPr>
          <a:xfrm>
            <a:off x="838200" y="18255"/>
            <a:ext cx="10515600" cy="1325563"/>
          </a:xfrm>
        </p:spPr>
        <p:txBody>
          <a:bodyPr>
            <a:normAutofit/>
          </a:bodyPr>
          <a:lstStyle/>
          <a:p>
            <a:pPr algn="ctr"/>
            <a:r>
              <a:rPr lang="en-IN" b="1" dirty="0">
                <a:effectLst>
                  <a:outerShdw blurRad="38100" dist="38100" dir="2700000" algn="tl">
                    <a:srgbClr val="000000">
                      <a:alpha val="43137"/>
                    </a:srgbClr>
                  </a:outerShdw>
                </a:effectLst>
              </a:rPr>
              <a:t>KPI 5: Job Role Vs Work life balance</a:t>
            </a:r>
          </a:p>
        </p:txBody>
      </p:sp>
      <p:pic>
        <p:nvPicPr>
          <p:cNvPr id="6" name="Picture 5">
            <a:extLst>
              <a:ext uri="{FF2B5EF4-FFF2-40B4-BE49-F238E27FC236}">
                <a16:creationId xmlns:a16="http://schemas.microsoft.com/office/drawing/2014/main" id="{5BC58558-E3DF-28E3-9307-34F9B22E3416}"/>
              </a:ext>
            </a:extLst>
          </p:cNvPr>
          <p:cNvPicPr>
            <a:picLocks noChangeAspect="1"/>
          </p:cNvPicPr>
          <p:nvPr/>
        </p:nvPicPr>
        <p:blipFill>
          <a:blip r:embed="rId2"/>
          <a:srcRect t="6533"/>
          <a:stretch>
            <a:fillRect/>
          </a:stretch>
        </p:blipFill>
        <p:spPr>
          <a:xfrm>
            <a:off x="913951" y="1343818"/>
            <a:ext cx="10364098" cy="5427565"/>
          </a:xfrm>
          <a:prstGeom prst="rect">
            <a:avLst/>
          </a:prstGeom>
        </p:spPr>
      </p:pic>
    </p:spTree>
    <p:extLst>
      <p:ext uri="{BB962C8B-B14F-4D97-AF65-F5344CB8AC3E}">
        <p14:creationId xmlns:p14="http://schemas.microsoft.com/office/powerpoint/2010/main" val="19773955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5DDA7-F4E0-268A-B7E2-D7B8252476C6}"/>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4CB30370-EC94-847C-E24B-A9344285E90C}"/>
              </a:ext>
            </a:extLst>
          </p:cNvPr>
          <p:cNvSpPr txBox="1">
            <a:spLocks/>
          </p:cNvSpPr>
          <p:nvPr/>
        </p:nvSpPr>
        <p:spPr>
          <a:xfrm>
            <a:off x="412712" y="391320"/>
            <a:ext cx="3932237" cy="2457087"/>
          </a:xfrm>
          <a:prstGeom prst="rect">
            <a:avLst/>
          </a:prstGeom>
        </p:spPr>
        <p:txBody>
          <a:bodyPr>
            <a:normAutofit fontScale="5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solidFill>
                  <a:schemeClr val="accent6">
                    <a:lumMod val="50000"/>
                  </a:schemeClr>
                </a:solidFill>
              </a:rPr>
              <a:t>Healthy Benchmark: 3 out of 4</a:t>
            </a:r>
            <a:br>
              <a:rPr lang="en-IN" b="1" dirty="0">
                <a:solidFill>
                  <a:schemeClr val="accent6">
                    <a:lumMod val="50000"/>
                  </a:schemeClr>
                </a:solidFill>
              </a:rPr>
            </a:br>
            <a:endParaRPr lang="en-IN" b="1" dirty="0">
              <a:solidFill>
                <a:schemeClr val="accent6">
                  <a:lumMod val="50000"/>
                </a:schemeClr>
              </a:solidFill>
            </a:endParaRPr>
          </a:p>
          <a:p>
            <a:r>
              <a:rPr lang="en-IN" b="1" dirty="0"/>
              <a:t>Here, </a:t>
            </a:r>
            <a:br>
              <a:rPr lang="en-IN" b="1" dirty="0">
                <a:solidFill>
                  <a:schemeClr val="accent6">
                    <a:lumMod val="50000"/>
                  </a:schemeClr>
                </a:solidFill>
              </a:rPr>
            </a:br>
            <a:br>
              <a:rPr lang="en-IN" dirty="0"/>
            </a:br>
            <a:r>
              <a:rPr lang="en-IN" dirty="0"/>
              <a:t> </a:t>
            </a:r>
            <a:r>
              <a:rPr lang="en-IN" b="1" dirty="0">
                <a:solidFill>
                  <a:schemeClr val="accent2">
                    <a:lumMod val="75000"/>
                  </a:schemeClr>
                </a:solidFill>
              </a:rPr>
              <a:t>Moderate Satisfaction</a:t>
            </a:r>
          </a:p>
          <a:p>
            <a:endParaRPr lang="en-IN" dirty="0"/>
          </a:p>
          <a:p>
            <a:br>
              <a:rPr lang="en-IN" dirty="0"/>
            </a:br>
            <a:r>
              <a:rPr lang="en-IN" dirty="0"/>
              <a:t>            </a:t>
            </a:r>
            <a:r>
              <a:rPr lang="en-IN" b="1" dirty="0"/>
              <a:t>Around </a:t>
            </a:r>
            <a:r>
              <a:rPr lang="en-IN" b="1" dirty="0">
                <a:solidFill>
                  <a:srgbClr val="C00000"/>
                </a:solidFill>
              </a:rPr>
              <a:t>0.5</a:t>
            </a:r>
          </a:p>
          <a:p>
            <a:endParaRPr lang="en-IN" b="1" dirty="0">
              <a:solidFill>
                <a:srgbClr val="C00000"/>
              </a:solidFill>
            </a:endParaRPr>
          </a:p>
        </p:txBody>
      </p:sp>
      <p:sp>
        <p:nvSpPr>
          <p:cNvPr id="6" name="Title 5">
            <a:extLst>
              <a:ext uri="{FF2B5EF4-FFF2-40B4-BE49-F238E27FC236}">
                <a16:creationId xmlns:a16="http://schemas.microsoft.com/office/drawing/2014/main" id="{764DD94C-5EFB-6F8D-2E63-6E708B85A535}"/>
              </a:ext>
            </a:extLst>
          </p:cNvPr>
          <p:cNvSpPr txBox="1">
            <a:spLocks/>
          </p:cNvSpPr>
          <p:nvPr/>
        </p:nvSpPr>
        <p:spPr>
          <a:xfrm>
            <a:off x="5733289" y="254160"/>
            <a:ext cx="5580182" cy="245708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IN" sz="2300" b="1" u="sng" dirty="0">
                <a:solidFill>
                  <a:srgbClr val="C00000"/>
                </a:solidFill>
              </a:rPr>
              <a:t>Risks: </a:t>
            </a:r>
          </a:p>
          <a:p>
            <a:pPr marL="457200" indent="-457200">
              <a:lnSpc>
                <a:spcPct val="100000"/>
              </a:lnSpc>
              <a:buFont typeface="Arial" panose="020B0604020202020204" pitchFamily="34" charset="0"/>
              <a:buChar char="•"/>
            </a:pPr>
            <a:r>
              <a:rPr lang="en-IN" sz="2300" b="1" dirty="0"/>
              <a:t>High Burnout Risk if unaddressed. </a:t>
            </a:r>
          </a:p>
          <a:p>
            <a:pPr marL="457200" indent="-457200">
              <a:lnSpc>
                <a:spcPct val="100000"/>
              </a:lnSpc>
              <a:buFont typeface="Arial" panose="020B0604020202020204" pitchFamily="34" charset="0"/>
              <a:buChar char="•"/>
            </a:pPr>
            <a:r>
              <a:rPr lang="en-IN" sz="2300" b="1" dirty="0"/>
              <a:t>Health issues due to </a:t>
            </a:r>
            <a:r>
              <a:rPr lang="en-IN" sz="2300" b="1" dirty="0">
                <a:solidFill>
                  <a:srgbClr val="FF0000"/>
                </a:solidFill>
              </a:rPr>
              <a:t>High (114.45 hrs) </a:t>
            </a:r>
            <a:r>
              <a:rPr lang="en-IN" sz="2300" b="1" dirty="0"/>
              <a:t>Average Working Hours</a:t>
            </a:r>
          </a:p>
          <a:p>
            <a:pPr marL="457200" indent="-457200">
              <a:lnSpc>
                <a:spcPct val="100000"/>
              </a:lnSpc>
              <a:buFont typeface="Arial" panose="020B0604020202020204" pitchFamily="34" charset="0"/>
              <a:buChar char="•"/>
            </a:pPr>
            <a:r>
              <a:rPr lang="en-IN" sz="2300" b="1" dirty="0"/>
              <a:t>Leads to High Attritions</a:t>
            </a:r>
          </a:p>
          <a:p>
            <a:pPr marL="457200" indent="-457200">
              <a:lnSpc>
                <a:spcPct val="100000"/>
              </a:lnSpc>
              <a:buFont typeface="Arial" panose="020B0604020202020204" pitchFamily="34" charset="0"/>
              <a:buChar char="•"/>
            </a:pPr>
            <a:endParaRPr lang="en-IN" sz="2300" b="1" dirty="0"/>
          </a:p>
        </p:txBody>
      </p:sp>
      <p:sp>
        <p:nvSpPr>
          <p:cNvPr id="7" name="Title 5">
            <a:extLst>
              <a:ext uri="{FF2B5EF4-FFF2-40B4-BE49-F238E27FC236}">
                <a16:creationId xmlns:a16="http://schemas.microsoft.com/office/drawing/2014/main" id="{8F34BB55-9A74-DD19-81D3-4708829D2BF1}"/>
              </a:ext>
            </a:extLst>
          </p:cNvPr>
          <p:cNvSpPr txBox="1">
            <a:spLocks/>
          </p:cNvSpPr>
          <p:nvPr/>
        </p:nvSpPr>
        <p:spPr>
          <a:xfrm>
            <a:off x="283463" y="3107686"/>
            <a:ext cx="11887201" cy="2664050"/>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50000"/>
              </a:lnSpc>
            </a:pPr>
            <a:r>
              <a:rPr lang="en-IN" sz="2300" b="1" u="sng" dirty="0">
                <a:solidFill>
                  <a:srgbClr val="C00000"/>
                </a:solidFill>
              </a:rPr>
              <a:t>Suggestions:</a:t>
            </a:r>
          </a:p>
          <a:p>
            <a:pPr marL="342900" indent="-342900">
              <a:lnSpc>
                <a:spcPct val="150000"/>
              </a:lnSpc>
              <a:buFont typeface="Arial" panose="020B0604020202020204" pitchFamily="34" charset="0"/>
              <a:buChar char="•"/>
            </a:pPr>
            <a:r>
              <a:rPr lang="en-IN" sz="2400" b="1" dirty="0">
                <a:solidFill>
                  <a:srgbClr val="002060"/>
                </a:solidFill>
                <a:effectLst>
                  <a:outerShdw blurRad="38100" dist="38100" dir="2700000" algn="tl">
                    <a:srgbClr val="000000">
                      <a:alpha val="43137"/>
                    </a:srgbClr>
                  </a:outerShdw>
                </a:effectLst>
              </a:rPr>
              <a:t>Encourage flexible schedules </a:t>
            </a:r>
            <a:r>
              <a:rPr lang="en-IN" sz="2400" dirty="0"/>
              <a:t>to reduce stress.</a:t>
            </a:r>
          </a:p>
          <a:p>
            <a:pPr marL="342900" indent="-342900">
              <a:lnSpc>
                <a:spcPct val="150000"/>
              </a:lnSpc>
              <a:buFont typeface="Arial" panose="020B0604020202020204" pitchFamily="34" charset="0"/>
              <a:buChar char="•"/>
            </a:pPr>
            <a:r>
              <a:rPr lang="en-IN" sz="2400" b="1" dirty="0">
                <a:solidFill>
                  <a:srgbClr val="002060"/>
                </a:solidFill>
                <a:effectLst>
                  <a:outerShdw blurRad="38100" dist="38100" dir="2700000" algn="tl">
                    <a:srgbClr val="000000">
                      <a:alpha val="43137"/>
                    </a:srgbClr>
                  </a:outerShdw>
                </a:effectLst>
              </a:rPr>
              <a:t>Offer wellness programs </a:t>
            </a:r>
            <a:r>
              <a:rPr lang="en-IN" sz="2400" dirty="0"/>
              <a:t>to support mental health.</a:t>
            </a:r>
          </a:p>
          <a:p>
            <a:pPr marL="342900" indent="-342900">
              <a:lnSpc>
                <a:spcPct val="150000"/>
              </a:lnSpc>
              <a:buFont typeface="Arial" panose="020B0604020202020204" pitchFamily="34" charset="0"/>
              <a:buChar char="•"/>
            </a:pPr>
            <a:r>
              <a:rPr lang="en-IN" sz="2400" b="1" dirty="0">
                <a:solidFill>
                  <a:srgbClr val="002060"/>
                </a:solidFill>
                <a:effectLst>
                  <a:outerShdw blurRad="38100" dist="38100" dir="2700000" algn="tl">
                    <a:srgbClr val="000000">
                      <a:alpha val="43137"/>
                    </a:srgbClr>
                  </a:outerShdw>
                </a:effectLst>
              </a:rPr>
              <a:t>Promote realistic workloads</a:t>
            </a:r>
            <a:r>
              <a:rPr lang="en-IN" sz="2400" dirty="0">
                <a:solidFill>
                  <a:srgbClr val="002060"/>
                </a:solidFill>
                <a:effectLst>
                  <a:outerShdw blurRad="38100" dist="38100" dir="2700000" algn="tl">
                    <a:srgbClr val="000000">
                      <a:alpha val="43137"/>
                    </a:srgbClr>
                  </a:outerShdw>
                </a:effectLst>
              </a:rPr>
              <a:t> </a:t>
            </a:r>
            <a:r>
              <a:rPr lang="en-IN" sz="2400" dirty="0"/>
              <a:t>by auditing tasks and redistributing.</a:t>
            </a:r>
          </a:p>
          <a:p>
            <a:pPr marL="342900" indent="-342900">
              <a:lnSpc>
                <a:spcPct val="150000"/>
              </a:lnSpc>
              <a:buFont typeface="Arial" panose="020B0604020202020204" pitchFamily="34" charset="0"/>
              <a:buChar char="•"/>
            </a:pPr>
            <a:r>
              <a:rPr lang="en-IN" sz="2400" b="1" dirty="0">
                <a:solidFill>
                  <a:srgbClr val="002060"/>
                </a:solidFill>
                <a:effectLst>
                  <a:outerShdw blurRad="38100" dist="38100" dir="2700000" algn="tl">
                    <a:srgbClr val="000000">
                      <a:alpha val="43137"/>
                    </a:srgbClr>
                  </a:outerShdw>
                </a:effectLst>
              </a:rPr>
              <a:t>Strengthen leave policies</a:t>
            </a:r>
            <a:r>
              <a:rPr lang="en-IN" sz="2400" dirty="0">
                <a:solidFill>
                  <a:srgbClr val="002060"/>
                </a:solidFill>
                <a:effectLst>
                  <a:outerShdw blurRad="38100" dist="38100" dir="2700000" algn="tl">
                    <a:srgbClr val="000000">
                      <a:alpha val="43137"/>
                    </a:srgbClr>
                  </a:outerShdw>
                </a:effectLst>
              </a:rPr>
              <a:t> </a:t>
            </a:r>
            <a:r>
              <a:rPr lang="en-IN" sz="2400" dirty="0"/>
              <a:t>to align with global best practices.</a:t>
            </a:r>
          </a:p>
        </p:txBody>
      </p:sp>
      <p:pic>
        <p:nvPicPr>
          <p:cNvPr id="9" name="Graphic 8" descr="Downward trend graph with solid fill">
            <a:extLst>
              <a:ext uri="{FF2B5EF4-FFF2-40B4-BE49-F238E27FC236}">
                <a16:creationId xmlns:a16="http://schemas.microsoft.com/office/drawing/2014/main" id="{7A8F876C-A3A0-0B67-D0A1-139BD46A287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1330" y="1683871"/>
            <a:ext cx="914400" cy="914400"/>
          </a:xfrm>
          <a:prstGeom prst="rect">
            <a:avLst/>
          </a:prstGeom>
        </p:spPr>
      </p:pic>
    </p:spTree>
    <p:extLst>
      <p:ext uri="{BB962C8B-B14F-4D97-AF65-F5344CB8AC3E}">
        <p14:creationId xmlns:p14="http://schemas.microsoft.com/office/powerpoint/2010/main" val="12009642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F4B7C-40EF-4473-1AFF-1349F8E23803}"/>
              </a:ext>
            </a:extLst>
          </p:cNvPr>
          <p:cNvSpPr>
            <a:spLocks noGrp="1"/>
          </p:cNvSpPr>
          <p:nvPr>
            <p:ph type="title"/>
          </p:nvPr>
        </p:nvSpPr>
        <p:spPr/>
        <p:txBody>
          <a:bodyPr>
            <a:normAutofit/>
          </a:bodyPr>
          <a:lstStyle/>
          <a:p>
            <a:pPr algn="ctr"/>
            <a:r>
              <a:rPr lang="en-IN" sz="4000" b="1" dirty="0">
                <a:effectLst>
                  <a:outerShdw blurRad="38100" dist="38100" dir="2700000" algn="tl">
                    <a:srgbClr val="000000">
                      <a:alpha val="43137"/>
                    </a:srgbClr>
                  </a:outerShdw>
                </a:effectLst>
              </a:rPr>
              <a:t>KPI 6: Attrition rate Vs Year since last promotion relation</a:t>
            </a:r>
          </a:p>
        </p:txBody>
      </p:sp>
      <p:pic>
        <p:nvPicPr>
          <p:cNvPr id="6" name="Picture 5">
            <a:extLst>
              <a:ext uri="{FF2B5EF4-FFF2-40B4-BE49-F238E27FC236}">
                <a16:creationId xmlns:a16="http://schemas.microsoft.com/office/drawing/2014/main" id="{5DA36219-4AE5-8410-36FE-283E2F34A514}"/>
              </a:ext>
            </a:extLst>
          </p:cNvPr>
          <p:cNvPicPr>
            <a:picLocks noChangeAspect="1"/>
          </p:cNvPicPr>
          <p:nvPr/>
        </p:nvPicPr>
        <p:blipFill>
          <a:blip r:embed="rId2"/>
          <a:stretch>
            <a:fillRect/>
          </a:stretch>
        </p:blipFill>
        <p:spPr>
          <a:xfrm>
            <a:off x="1436013" y="1479059"/>
            <a:ext cx="9491067" cy="5013816"/>
          </a:xfrm>
          <a:prstGeom prst="rect">
            <a:avLst/>
          </a:prstGeom>
        </p:spPr>
      </p:pic>
    </p:spTree>
    <p:extLst>
      <p:ext uri="{BB962C8B-B14F-4D97-AF65-F5344CB8AC3E}">
        <p14:creationId xmlns:p14="http://schemas.microsoft.com/office/powerpoint/2010/main" val="14715149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D8CBA-6522-C1F3-B3B4-3985120A8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0F4F4-B684-399B-6695-E8A67BE12B86}"/>
              </a:ext>
            </a:extLst>
          </p:cNvPr>
          <p:cNvSpPr>
            <a:spLocks noGrp="1"/>
          </p:cNvSpPr>
          <p:nvPr>
            <p:ph type="title"/>
          </p:nvPr>
        </p:nvSpPr>
        <p:spPr/>
        <p:txBody>
          <a:bodyPr/>
          <a:lstStyle/>
          <a:p>
            <a:pPr algn="ctr"/>
            <a:r>
              <a:rPr lang="en-IN" b="1" dirty="0">
                <a:effectLst>
                  <a:outerShdw blurRad="38100" dist="38100" dir="2700000" algn="tl">
                    <a:srgbClr val="000000">
                      <a:alpha val="43137"/>
                    </a:srgbClr>
                  </a:outerShdw>
                </a:effectLst>
              </a:rPr>
              <a:t>Insights &amp; Recommendations</a:t>
            </a:r>
          </a:p>
        </p:txBody>
      </p:sp>
      <p:sp>
        <p:nvSpPr>
          <p:cNvPr id="5" name="Content Placeholder 2">
            <a:extLst>
              <a:ext uri="{FF2B5EF4-FFF2-40B4-BE49-F238E27FC236}">
                <a16:creationId xmlns:a16="http://schemas.microsoft.com/office/drawing/2014/main" id="{7F2EE3E7-1E59-4B4E-F314-6DCE2EBE6802}"/>
              </a:ext>
            </a:extLst>
          </p:cNvPr>
          <p:cNvSpPr txBox="1">
            <a:spLocks/>
          </p:cNvSpPr>
          <p:nvPr/>
        </p:nvSpPr>
        <p:spPr>
          <a:xfrm>
            <a:off x="990600" y="1978025"/>
            <a:ext cx="10786872" cy="427647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pPr>
            <a:r>
              <a:rPr lang="en-IN" dirty="0"/>
              <a:t>Promotions delayed = Attrition spikes.</a:t>
            </a:r>
          </a:p>
          <a:p>
            <a:pPr marL="457200" indent="-457200">
              <a:lnSpc>
                <a:spcPct val="100000"/>
              </a:lnSpc>
            </a:pPr>
            <a:r>
              <a:rPr lang="en-IN" dirty="0"/>
              <a:t>Career progression is directly tied to retention</a:t>
            </a:r>
          </a:p>
          <a:p>
            <a:pPr marL="457200" indent="-457200">
              <a:lnSpc>
                <a:spcPct val="100000"/>
              </a:lnSpc>
            </a:pPr>
            <a:r>
              <a:rPr lang="en-IN" dirty="0"/>
              <a:t>Attrition spikes at certain intervals (e.g., 58–77% after long gaps without promotion).</a:t>
            </a:r>
          </a:p>
          <a:p>
            <a:pPr marL="0" indent="0">
              <a:lnSpc>
                <a:spcPct val="100000"/>
              </a:lnSpc>
              <a:buNone/>
            </a:pPr>
            <a:endParaRPr lang="en-IN" b="1" u="sng" dirty="0">
              <a:effectLst>
                <a:outerShdw blurRad="38100" dist="38100" dir="2700000" algn="tl">
                  <a:srgbClr val="000000">
                    <a:alpha val="43137"/>
                  </a:srgbClr>
                </a:outerShdw>
              </a:effectLst>
            </a:endParaRPr>
          </a:p>
          <a:p>
            <a:r>
              <a:rPr lang="en-IN" b="1" u="sng" dirty="0">
                <a:effectLst>
                  <a:outerShdw blurRad="38100" dist="38100" dir="2700000" algn="tl">
                    <a:srgbClr val="000000">
                      <a:alpha val="43137"/>
                    </a:srgbClr>
                  </a:outerShdw>
                </a:effectLst>
              </a:rPr>
              <a:t>Recommendation</a:t>
            </a:r>
          </a:p>
          <a:p>
            <a:pPr marL="457200" lvl="0" indent="-457200" algn="just">
              <a:lnSpc>
                <a:spcPct val="150000"/>
              </a:lnSpc>
            </a:pPr>
            <a:r>
              <a:rPr lang="en-IN" dirty="0"/>
              <a:t>Implement promotion policies or career development programs to reduce attrition.</a:t>
            </a:r>
            <a:endParaRPr lang="en-IN" sz="2400" dirty="0"/>
          </a:p>
        </p:txBody>
      </p:sp>
    </p:spTree>
    <p:extLst>
      <p:ext uri="{BB962C8B-B14F-4D97-AF65-F5344CB8AC3E}">
        <p14:creationId xmlns:p14="http://schemas.microsoft.com/office/powerpoint/2010/main" val="29377682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716AAF7-E7BC-AAE8-A4C0-C4585344A3B5}"/>
              </a:ext>
            </a:extLst>
          </p:cNvPr>
          <p:cNvPicPr>
            <a:picLocks noChangeAspect="1"/>
          </p:cNvPicPr>
          <p:nvPr/>
        </p:nvPicPr>
        <p:blipFill>
          <a:blip r:embed="rId2"/>
          <a:stretch>
            <a:fillRect/>
          </a:stretch>
        </p:blipFill>
        <p:spPr>
          <a:xfrm>
            <a:off x="1295275" y="190159"/>
            <a:ext cx="9449049" cy="6302716"/>
          </a:xfrm>
          <a:prstGeom prst="rect">
            <a:avLst/>
          </a:prstGeom>
        </p:spPr>
      </p:pic>
    </p:spTree>
    <p:extLst>
      <p:ext uri="{BB962C8B-B14F-4D97-AF65-F5344CB8AC3E}">
        <p14:creationId xmlns:p14="http://schemas.microsoft.com/office/powerpoint/2010/main" val="2284548560"/>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976</TotalTime>
  <Words>1496</Words>
  <Application>Microsoft Office PowerPoint</Application>
  <PresentationFormat>Widescreen</PresentationFormat>
  <Paragraphs>197</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Calibri Light</vt:lpstr>
      <vt:lpstr>Office 2013 - 2022 Theme</vt:lpstr>
      <vt:lpstr>FINAL PRESENTATION</vt:lpstr>
      <vt:lpstr>INTRODUCTION</vt:lpstr>
      <vt:lpstr>OBJECTIVES</vt:lpstr>
      <vt:lpstr>WEEK 1- EXCEL DASHBOARD </vt:lpstr>
      <vt:lpstr>PowerPoint Presentation</vt:lpstr>
      <vt:lpstr>Challenges</vt:lpstr>
      <vt:lpstr>WEEK 2- SQL, TABLEAU DASHBOARD </vt:lpstr>
      <vt:lpstr>PowerPoint Presentation</vt:lpstr>
      <vt:lpstr>PowerPoint Presentation</vt:lpstr>
      <vt:lpstr>PowerPoint Presentation</vt:lpstr>
      <vt:lpstr>PowerPoint Presentation</vt:lpstr>
      <vt:lpstr>PowerPoint Presentation</vt:lpstr>
      <vt:lpstr>PowerPoint Presentation</vt:lpstr>
      <vt:lpstr>Challenges : </vt:lpstr>
      <vt:lpstr>WEEK 3- POWER BI DASHBOARD </vt:lpstr>
      <vt:lpstr>PowerPoint Presentation</vt:lpstr>
      <vt:lpstr>Challenges: </vt:lpstr>
      <vt:lpstr>PowerPoint Presentation</vt:lpstr>
      <vt:lpstr>Healthy Rate : 10-15%   Here,                   Around 40%</vt:lpstr>
      <vt:lpstr>PowerPoint Presentation</vt:lpstr>
      <vt:lpstr>PowerPoint Presentation</vt:lpstr>
      <vt:lpstr>KPI 1 : Average Attrition rate for all Departments </vt:lpstr>
      <vt:lpstr>Insights &amp; Recommendations</vt:lpstr>
      <vt:lpstr>KPI 2: Average Hourly rate of Male Research Scientist</vt:lpstr>
      <vt:lpstr>Insights &amp; Recommendations</vt:lpstr>
      <vt:lpstr>PowerPoint Presentation</vt:lpstr>
      <vt:lpstr>KPI 3: Attrition rate Vs Monthly income stats</vt:lpstr>
      <vt:lpstr>PowerPoint Presentation</vt:lpstr>
      <vt:lpstr>Insights &amp; Recommendations</vt:lpstr>
      <vt:lpstr>KPI 4: Average working years for each Department</vt:lpstr>
      <vt:lpstr>Insights &amp; Recommendations</vt:lpstr>
      <vt:lpstr>KPI 5: Job Role Vs Work life balance</vt:lpstr>
      <vt:lpstr>PowerPoint Presentation</vt:lpstr>
      <vt:lpstr>KPI 6: Attrition rate Vs Year since last promotion relation</vt:lpstr>
      <vt:lpstr>Insights &amp; 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Sindhu Jadhav</dc:creator>
  <cp:lastModifiedBy>Sindhu Jadhav</cp:lastModifiedBy>
  <cp:revision>2</cp:revision>
  <dcterms:created xsi:type="dcterms:W3CDTF">2026-06-05T08:32:57Z</dcterms:created>
  <dcterms:modified xsi:type="dcterms:W3CDTF">2026-06-09T08:46:55Z</dcterms:modified>
</cp:coreProperties>
</file>